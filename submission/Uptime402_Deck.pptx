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02c8c47a794853" /><Relationship Type="http://schemas.openxmlformats.org/officeDocument/2006/relationships/extended-properties" Target="/docProps/app.xml" Id="Rbf9df23eafcf4737" /><Relationship Type="http://schemas.openxmlformats.org/officeDocument/2006/relationships/officeDocument" Target="/ppt/presentation.xml" Id="Rf1da9f7900f349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16e96bc2804137"/>
  </p:sldMasterIdLst>
  <p:notesMasterIdLst>
    <p:notesMasterId xmlns:r="http://schemas.openxmlformats.org/officeDocument/2006/relationships" r:id="R02f0fff4a8b14597"/>
  </p:notesMasterIdLst>
  <p:sldIdLst>
    <p:sldId xmlns:r="http://schemas.openxmlformats.org/officeDocument/2006/relationships" id="256" r:id="Rbb47799a44784ba1"/>
    <p:sldId xmlns:r="http://schemas.openxmlformats.org/officeDocument/2006/relationships" id="257" r:id="Rb93c6f38bba44b20"/>
    <p:sldId xmlns:r="http://schemas.openxmlformats.org/officeDocument/2006/relationships" id="258" r:id="Rec92858dd1cb4eb4"/>
    <p:sldId xmlns:r="http://schemas.openxmlformats.org/officeDocument/2006/relationships" id="259" r:id="Ree55a42a66784661"/>
    <p:sldId xmlns:r="http://schemas.openxmlformats.org/officeDocument/2006/relationships" id="260" r:id="R8b4a2744fc5c42d5"/>
    <p:sldId xmlns:r="http://schemas.openxmlformats.org/officeDocument/2006/relationships" id="261" r:id="R06a125cdcd184920"/>
    <p:sldId xmlns:r="http://schemas.openxmlformats.org/officeDocument/2006/relationships" id="262" r:id="R25f1bba1d8494b5a"/>
    <p:sldId xmlns:r="http://schemas.openxmlformats.org/officeDocument/2006/relationships" id="263" r:id="R3c766f5895a444c4"/>
    <p:sldId xmlns:r="http://schemas.openxmlformats.org/officeDocument/2006/relationships" id="264" r:id="Rf62aa2a06be74f5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41a893ae224774" /><Relationship Type="http://schemas.openxmlformats.org/officeDocument/2006/relationships/slideMaster" Target="/ppt/slideMasters/slideMaster1.xml" Id="R2b16e96bc2804137" /><Relationship Type="http://schemas.openxmlformats.org/officeDocument/2006/relationships/notesMaster" Target="/ppt/notesMasters/notesMaster1.xml" Id="R02f0fff4a8b14597" /><Relationship Type="http://schemas.openxmlformats.org/officeDocument/2006/relationships/presProps" Target="/ppt/presProps.xml" Id="Rc248b180c0cf42a3" /><Relationship Type="http://schemas.openxmlformats.org/officeDocument/2006/relationships/tableStyles" Target="/ppt/tableStyles.xml" Id="R9c25fda96a054181" /><Relationship Type="http://schemas.openxmlformats.org/officeDocument/2006/relationships/slide" Target="/ppt/slides/slide1.xml" Id="Rbb47799a44784ba1" /><Relationship Type="http://schemas.openxmlformats.org/officeDocument/2006/relationships/slide" Target="/ppt/slides/slide2.xml" Id="Rb93c6f38bba44b20" /><Relationship Type="http://schemas.openxmlformats.org/officeDocument/2006/relationships/slide" Target="/ppt/slides/slide3.xml" Id="Rec92858dd1cb4eb4" /><Relationship Type="http://schemas.openxmlformats.org/officeDocument/2006/relationships/slide" Target="/ppt/slides/slide4.xml" Id="Ree55a42a66784661" /><Relationship Type="http://schemas.openxmlformats.org/officeDocument/2006/relationships/slide" Target="/ppt/slides/slide5.xml" Id="R8b4a2744fc5c42d5" /><Relationship Type="http://schemas.openxmlformats.org/officeDocument/2006/relationships/slide" Target="/ppt/slides/slide6.xml" Id="R06a125cdcd184920" /><Relationship Type="http://schemas.openxmlformats.org/officeDocument/2006/relationships/slide" Target="/ppt/slides/slide7.xml" Id="R25f1bba1d8494b5a" /><Relationship Type="http://schemas.openxmlformats.org/officeDocument/2006/relationships/slide" Target="/ppt/slides/slide8.xml" Id="R3c766f5895a444c4" /><Relationship Type="http://schemas.openxmlformats.org/officeDocument/2006/relationships/slide" Target="/ppt/slides/slide9.xml" Id="Rf62aa2a06be74f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0c1da35e6d4c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7728e4abfb4768" /><Relationship Type="http://schemas.openxmlformats.org/officeDocument/2006/relationships/notesMaster" Target="/ppt/notesMasters/notesMaster1.xml" Id="R88e00c3bd47849e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3754afaf5b4eb2" /><Relationship Type="http://schemas.openxmlformats.org/officeDocument/2006/relationships/notesMaster" Target="/ppt/notesMasters/notesMaster1.xml" Id="R9c412341c96e44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43bf89df624d24" /><Relationship Type="http://schemas.openxmlformats.org/officeDocument/2006/relationships/notesMaster" Target="/ppt/notesMasters/notesMaster1.xml" Id="R3238a119303e44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15c298ef2145d5" /><Relationship Type="http://schemas.openxmlformats.org/officeDocument/2006/relationships/notesMaster" Target="/ppt/notesMasters/notesMaster1.xml" Id="Rd44f9dfcee8142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c818f559e346bb" /><Relationship Type="http://schemas.openxmlformats.org/officeDocument/2006/relationships/notesMaster" Target="/ppt/notesMasters/notesMaster1.xml" Id="R4a4c7540c44b48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5640e304e04886" /><Relationship Type="http://schemas.openxmlformats.org/officeDocument/2006/relationships/notesMaster" Target="/ppt/notesMasters/notesMaster1.xml" Id="R9c189735c0eb42c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d38e03e98342a5" /><Relationship Type="http://schemas.openxmlformats.org/officeDocument/2006/relationships/notesMaster" Target="/ppt/notesMasters/notesMaster1.xml" Id="Rf7b550d9efad4d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36657476ec4958" /><Relationship Type="http://schemas.openxmlformats.org/officeDocument/2006/relationships/notesMaster" Target="/ppt/notesMasters/notesMaster1.xml" Id="R34c2b125e403472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fe7815a2059419d" /><Relationship Type="http://schemas.openxmlformats.org/officeDocument/2006/relationships/notesMaster" Target="/ppt/notesMasters/notesMaster1.xml" Id="R6bdd6007d0824e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docs/BUILD_STATUS.md</a:t>
            </a:r>
          </a:p>
          <a:p xmlns:a="http://schemas.openxmlformats.org/drawingml/2006/main">
            <a:r>
              <a:t>- https://www.gcp-solana-ai-agentic-hacks-kr.xyz/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docs/SUBMISSION_DECK.md</a:t>
            </a:r>
          </a:p>
          <a:p xmlns:a="http://schemas.openxmlformats.org/drawingml/2006/main">
            <a:r>
              <a:t>- Repository: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AGENTS.md</a:t>
            </a:r>
          </a:p>
          <a:p xmlns:a="http://schemas.openxmlformats.org/drawingml/2006/main">
            <a:r>
              <a:t>- Repository: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https://docs.x402.org/core-concepts/client-server</a:t>
            </a:r>
          </a:p>
          <a:p xmlns:a="http://schemas.openxmlformats.org/drawingml/2006/main">
            <a:r>
              <a:t>- https://docs.x402.org/core-concepts/facilitator</a:t>
            </a:r>
          </a:p>
          <a:p xmlns:a="http://schemas.openxmlformats.org/drawingml/2006/main">
            <a:r>
              <a:t>- https://docs.x402.org/extensions/payment-identifier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https://cloud.google.com/run/docs/ai-agents</a:t>
            </a:r>
          </a:p>
          <a:p xmlns:a="http://schemas.openxmlformats.org/drawingml/2006/main">
            <a:r>
              <a:t>- https://cloud.google.com/secret-manager/docs/best-practices</a:t>
            </a:r>
          </a:p>
          <a:p xmlns:a="http://schemas.openxmlformats.org/drawingml/2006/main">
            <a:r>
              <a:t>- https://firebase.google.com/docs/firestore/manage-data/transactions</a:t>
            </a:r>
          </a:p>
          <a:p xmlns:a="http://schemas.openxmlformats.org/drawingml/2006/main">
            <a:r>
              <a:t>- Repository: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https://ai.google.dev/gemini-api/docs/models</a:t>
            </a:r>
          </a:p>
          <a:p xmlns:a="http://schemas.openxmlformats.org/drawingml/2006/main">
            <a:r>
              <a:t>- https://a2a-protocol.org/latest/specification/</a:t>
            </a:r>
          </a:p>
          <a:p xmlns:a="http://schemas.openxmlformats.org/drawingml/2006/main">
            <a:r>
              <a:t>- Repository: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.agents/skills/ship-agentic-commerce-finalist/references/payment-evidence-v2.md</a:t>
            </a:r>
          </a:p>
          <a:p xmlns:a="http://schemas.openxmlformats.org/drawingml/2006/main">
            <a:r>
              <a:t>- https://docs.x402.org/extensions/offer-receipt</a:t>
            </a:r>
          </a:p>
          <a:p xmlns:a="http://schemas.openxmlformats.org/drawingml/2006/main">
            <a:r>
              <a:t>
- Repository: artifacts/payment-evidence.json (sha256:0a7bfbb00b07ad29d0a74a4d28e5f8d443c94e6bd5034eeb6b7463463b332df4)
- Repository: artifacts/verification-report.json (sha256:b147e7cfe2c71fee903f4052ca342d8266343694e48843ae017c8e55ae42cd3e)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AGENTS.md</a:t>
            </a:r>
          </a:p>
          <a:p xmlns:a="http://schemas.openxmlformats.org/drawingml/2006/main">
            <a:r>
              <a:t>- Repository: tests/domain-policy.test.ts</a:t>
            </a:r>
          </a:p>
          <a:p xmlns:a="http://schemas.openxmlformats.org/drawingml/2006/main">
            <a:r>
              <a:t>- Repository: tests/services-integration.test.ts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README.md</a:t>
            </a:r>
          </a:p>
          <a:p xmlns:a="http://schemas.openxmlformats.org/drawingml/2006/main">
            <a:r>
              <a:t>- Repository: docs/BUILD_STATUS.md</a:t>
            </a:r>
          </a:p>
          <a:p xmlns:a="http://schemas.openxmlformats.org/drawingml/2006/main">
            <a:r>
              <a:t>- Repository: docs/DEMO_SCRIPT.md</a:t>
            </a:r>
          </a:p>
          <a:p xmlns:a="http://schemas.openxmlformats.org/drawingml/2006/main">
            <a:r>
              <a:t>
- Repository: artifacts/payment-evidence.json (sha256:0a7bfbb00b07ad29d0a74a4d28e5f8d443c94e6bd5034eeb6b7463463b332df4)
- Repository: artifacts/verification-report.json (sha256:b147e7cfe2c71fee903f4052ca342d8266343694e48843ae017c8e55ae42cd3e)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562fc3d0af4a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d71eccbaa348c7" /><Relationship Type="http://schemas.openxmlformats.org/officeDocument/2006/relationships/slideLayout" Target="/ppt/slideLayouts/slideLayout1.xml" Id="R4250e296756c46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50e296756c46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21f819359467f" /><Relationship Type="http://schemas.openxmlformats.org/officeDocument/2006/relationships/notesSlide" Target="/ppt/notesSlides/notesSlide1.xml" Id="R300bc74607c944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e9a62f7dc47bf" /><Relationship Type="http://schemas.openxmlformats.org/officeDocument/2006/relationships/notesSlide" Target="/ppt/notesSlides/notesSlide2.xml" Id="Ra0d9063bd03045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7925c530a34974" /><Relationship Type="http://schemas.openxmlformats.org/officeDocument/2006/relationships/notesSlide" Target="/ppt/notesSlides/notesSlide3.xml" Id="R31549340fd7a47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82a846a5f4ff7" /><Relationship Type="http://schemas.openxmlformats.org/officeDocument/2006/relationships/notesSlide" Target="/ppt/notesSlides/notesSlide4.xml" Id="R789de7b404f44ec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2d4a7e5ae4f21" /><Relationship Type="http://schemas.openxmlformats.org/officeDocument/2006/relationships/notesSlide" Target="/ppt/notesSlides/notesSlide5.xml" Id="R5825ae33b86d45e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927794d624e93" /><Relationship Type="http://schemas.openxmlformats.org/officeDocument/2006/relationships/notesSlide" Target="/ppt/notesSlides/notesSlide6.xml" Id="R4d728c1907054b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a360dad1a4226" /><Relationship Type="http://schemas.openxmlformats.org/officeDocument/2006/relationships/notesSlide" Target="/ppt/notesSlides/notesSlide7.xml" Id="Rd32d0a77c43645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f8a786c6534eb5" /><Relationship Type="http://schemas.openxmlformats.org/officeDocument/2006/relationships/notesSlide" Target="/ppt/notesSlides/notesSlide8.xml" Id="R1c0521b5aa764f8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6917c810f64ea2" /><Relationship Type="http://schemas.openxmlformats.org/officeDocument/2006/relationships/notesSlide" Target="/ppt/notesSlides/notesSlide9.xml" Id="R149636e427884a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7B19AB-2229-437A-BE4B-C6389BC0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76200" cy="485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39D8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0175F-21E7-475E-A111-7DD329A4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7810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UPTIME402</a:t>
            </a:r>
          </a:p>
        </p:txBody>
      </p:sp>
      <p:sp>
        <p:nvSpPr>
          <p:cNvPr id="3" name="hero-title">
            <a:extLst xmlns:a="http://schemas.openxmlformats.org/drawingml/2006/main">
              <a:ext uri="{FF2B5EF4-FFF2-40B4-BE49-F238E27FC236}">
                <a16:creationId xmlns:a16="http://schemas.microsoft.com/office/drawing/2014/main" id="{15687B4F-8D99-4F00-8651-B6F9E3F4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95450"/>
            <a:ext cx="9334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An outage does not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wait for procurement.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ED59AC-D87D-4F60-A984-429FA449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8858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AI SRE가 복구 리소스를 발견하고, 제한 안에서 지불하고, 실제 회복을 증명합니다.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F35D47-C2CA-4207-9CFD-3DEC5CAB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Gemini  ·  A2A  ·  x402  ·  Solana Devnet USDC  ·  Cloud Run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DE913-9CF8-45DC-A2F2-C80AD9B0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7912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30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733916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425CF4-CC33-4F7A-BA0F-44F81AA2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88D779-20C9-4131-B762-0E49A5DA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THE PROCUREMENT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3038A3-8348-496B-AAE9-4FCAB7D3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AC866B-A29F-4B9F-9F9E-F5395FB7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DD0386-33D1-464A-83D6-C4165041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C2DB9D-E1F8-4CE0-B990-F5D36AF3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구매 대기 시간은</a:t>
            </a:r>
          </a:p>
          <a:p xmlns:a="http://schemas.openxmlformats.org/drawingml/2006/main">
            <a:pPr algn="l">
              <a:buNone/>
              <a:def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그대로 장애 시간이 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91D3B-FBD6-46F5-81C1-8B86A8B8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복구에 필요한 routing·capacity·diagnostics는 지금 필요하지만, 기존 흐름은 사람이 시스템 사이를 옮겨 다닙니다.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94FD0-5378-44DD-89CB-9F9D0F74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295400"/>
            <a:ext cx="0" cy="390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5C7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BC729C-9E14-4327-8020-88F340E7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314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30A533-A327-4D39-A58F-B5FBE131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104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F627D7-2748-490C-B4EA-093C0911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0858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진단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D6D84-5E17-4619-9986-DCE7E601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049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무엇이 깨졌는가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5EAA64-A667-47E1-B027-C722B737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14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BEC2C0-CA65-4384-8CF2-1DD99CD7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050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DDCA9E-7E92-47C6-A52A-E140D57C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공급자 탐색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9514AA-048E-4639-9A92-B39BE430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누가 즉시 복구할 수 있는가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909484-7966-49E2-B874-322B818C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714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C75"/>
          </a:solidFill>
          <a:ln xmlns:a="http://schemas.openxmlformats.org/drawingml/2006/main" w="0">
            <a:solidFill>
              <a:srgbClr val="FF5C7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7EB7D3-5D4D-4A86-A351-2A3BC335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5052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4FEB57-C461-4918-A0F2-37B938EE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승인·결제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6B3859-2FFF-4843-A5A2-6D7C5918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052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누가 지금 돈을 승인하는가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E1F2C-FAF4-4F2B-9608-71A6B2E1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914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87880-68F9-4CE7-A048-1FCBC604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053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E9C19E-9426-4D3A-9CD8-45D34E1B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863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프로비저닝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446462-40BB-415C-8971-4FEACE61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05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결제가 실제 회복으로 이어졌는가</a:t>
            </a:r>
          </a:p>
        </p:txBody>
      </p:sp>
    </p:spTree>
    <p:extLst>
      <p:ext uri="{BB962C8B-B14F-4D97-AF65-F5344CB8AC3E}">
        <p14:creationId xmlns:p14="http://schemas.microsoft.com/office/powerpoint/2010/main" val="9900838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E930E3-A98E-4479-965F-E3E2E24B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81E83-1397-49AE-A3C8-2C82577B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AUTONOMOUS WITHIN A MANDATE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1542C4-FA3A-4E61-935E-22ACB19F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815EDD-CF66-4959-8FC0-3F101C22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F4EB00-C227-4783-B129-D3A6EA20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6F0724-1216-4CB9-BA06-2B8B4601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6381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사람이 정하는 것은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건별 결제가 아니라 경계입니다.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69094D-76F1-4ABE-A76A-75D0F837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2381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7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7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898386-66DB-4B72-AC1D-CB5FD06C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194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payment approval clicks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after incident trigger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BD1353-8FCC-4EAC-9AED-BB09FDA7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047750"/>
            <a:ext cx="0" cy="457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740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84D042-050E-4A30-A47D-B3D9727F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1620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INCIDENT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CA50FE-6AAB-400D-8ED6-A368084C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097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0.05 USDC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68FBA-B940-474C-AAED-A91EBBE9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88595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02E3C6-5C63-4FBA-A534-783814BE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193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PER TRANSACTION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D9C4B-D921-4C26-B232-3E5F5168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669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0.02 USDC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E4F530-B032-48A9-83AF-EF14EF22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4320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A68453-9A15-4E08-97C2-48E81893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8765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TIME WINDOW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EEE604-6AE5-4759-9FE9-8F403FC9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242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10 MIN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3F7E14-044B-46C8-9FAA-B813546B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60045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04F56E-705A-456F-8729-3B1CE4F6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33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ASSET / NETWORK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731D35-F21C-430A-8D72-8284339A2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9814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USDC / DEVNET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F28358-1D36-4DA0-8AC6-3E55E5AD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45770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AB154D-3569-4EB7-8867-EC657FE1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5910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ALLOWLIST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CD02F6-575C-44AC-87DC-BFC4A96C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8387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CAPABILITY + RECIPIENT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550AB1-F9EB-4227-B03B-C4DC3647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Application-enforced policy + low-balance blast-radius isolation</a:t>
            </a:r>
          </a:p>
        </p:txBody>
      </p:sp>
    </p:spTree>
    <p:extLst>
      <p:ext uri="{BB962C8B-B14F-4D97-AF65-F5344CB8AC3E}">
        <p14:creationId xmlns:p14="http://schemas.microsoft.com/office/powerpoint/2010/main" val="3228525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40CE19-3CFC-4F68-806F-9A7F6C94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F81A0C-1B52-4606-A97D-B1432C9F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STANDARD X402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32C4F6-8B90-453C-8BD7-E934F71B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B5C272-4F43-475A-ABA3-D861B265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BC368B-FBD0-4EF8-9E72-1EE15B64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9BE784-7C00-49D5-B4C9-441AFA70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62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먼저 송금하고 proof를 붙이는 흐름이 아닙니다.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FEB0F1-B327-48BB-A568-74F7F26C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402가 가격을 제시하고, client가 같은 요청에 자동 서명 payload를 붙여 재시도합니다.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19D093-3306-4DC0-96F7-919E730C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939A0-FDE9-4882-87BC-C89818AC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52DCFD-3C00-4E76-BC6A-968DDF7B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9CD2E4-7E36-42A3-97B9-16218DB7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4AC505-B032-4F26-AC47-F0C45F3C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62350"/>
            <a:ext cx="971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0E25AB-0320-41FD-BEBF-12191214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62350"/>
            <a:ext cx="971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5CA4B7-E8E3-40B8-824E-0006E468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4FC33F-6D43-4733-B63D-76144FCF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6F6295-DF73-40BE-AE5F-8249721B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REQUEST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5BBC84-EF55-469D-A8A3-8E6B40ED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C75"/>
          </a:solidFill>
          <a:ln xmlns:a="http://schemas.openxmlformats.org/drawingml/2006/main" w="0">
            <a:solidFill>
              <a:srgbClr val="FF5C7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189375-603A-4CA1-B26E-6DB0675D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402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C3A1BC-CD14-4B46-83DB-439B8240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C5B"/>
          </a:solidFill>
          <a:ln xmlns:a="http://schemas.openxmlformats.org/drawingml/2006/main" w="0">
            <a:solidFill>
              <a:srgbClr val="FFBC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D995B6-33ED-4DB6-B5E3-55B8A21B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RESERVE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092EAB-140B-4C17-9376-616B3070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C5B"/>
          </a:solidFill>
          <a:ln xmlns:a="http://schemas.openxmlformats.org/drawingml/2006/main" w="0">
            <a:solidFill>
              <a:srgbClr val="FFBC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35D9FC-A33A-4912-B052-8190C2F6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SIGN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4580F2-275C-4BAE-B169-D7EB6A62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C60EB0-508E-4194-861C-CFBF34E0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PAID RETRY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894B5E-83B8-4F93-8D4E-D1B5573B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495B1B-F008-4FAA-A9A9-74182558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SETTLE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59DE8F-A014-4BE2-8F54-0B6856DF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E6A6"/>
          </a:solidFill>
          <a:ln xmlns:a="http://schemas.openxmlformats.org/drawingml/2006/main" w="0">
            <a:solidFill>
              <a:srgbClr val="46E6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7CA8DF-CECA-40BA-9C83-2058964F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200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B1AEB0-136E-458D-ACA2-CA12E790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E6A6"/>
          </a:solidFill>
          <a:ln xmlns:a="http://schemas.openxmlformats.org/drawingml/2006/main" w="0">
            <a:solidFill>
              <a:srgbClr val="46E6A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7D6325-5572-46CA-99AB-746C77A5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RECOVERY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0D875B-DF74-45A4-B1F8-5BCFC9CA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PAYMENT-REQUIRED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2E686C-507F-4A22-A24D-1AE01017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5910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PAYMENT-SIGNATURE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7CE8F46-47D6-475F-8044-B4D0348C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5910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PAYMENT-RESPONSE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EDE73C-F164-4CF1-9455-9C32C291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911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executor: signs, never broadcasts first</a:t>
            </a:r>
          </a:p>
        </p:txBody>
      </p:sp>
    </p:spTree>
    <p:extLst>
      <p:ext uri="{BB962C8B-B14F-4D97-AF65-F5344CB8AC3E}">
        <p14:creationId xmlns:p14="http://schemas.microsoft.com/office/powerpoint/2010/main" val="3628161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2A1CA8-7BB6-45E0-AD13-63F0774C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063A18-1584-40E4-84E5-9F1B98D0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THREE TRUST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7FC425-55AF-4284-A5A1-F63E87B0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7BDB5-7123-43F6-8B1D-06046B0C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CECC5-9618-4246-BD49-9BE81F98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EC2BAC-6744-4B9C-9524-A3ED9F10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모델은 signer를 볼 수 없습니다.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B6518-5C12-4BE2-8EDB-443D12D1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각 서비스는 다른 identity와 responsibility를 가집니다.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4CF8C-17F0-470D-B4D6-FEADE9EF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623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AF042C-093D-4A91-ADF5-AE96EFE3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5623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B50E-386E-4312-AB4B-F537D2C2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72050"/>
            <a:ext cx="506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740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C378A-8318-4EEF-B140-C4B786AF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285750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091827"/>
          </a:solidFill>
          <a:ln xmlns:a="http://schemas.openxmlformats.org/drawingml/2006/main" w="9525">
            <a:solidFill>
              <a:srgbClr val="39D8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73E7DC-3E23-4E0F-9590-13026D4F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0510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CONTROL PLANE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F740CB-95B6-40A3-B747-9BB545ED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431DAA-2FB9-4F97-A590-60FABC49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2286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Incident orchestration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Gemini + A2A buyer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Receipt verification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No wallet signer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4BC687-425D-427D-BD61-6AACC52D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57450"/>
            <a:ext cx="285750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091827"/>
          </a:solidFill>
          <a:ln xmlns:a="http://schemas.openxmlformats.org/drawingml/2006/main" w="9525">
            <a:solidFill>
              <a:srgbClr val="FFBC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3FCAD6-898A-4759-ABA7-58E2BDEF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0510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PAYMENT EXECUTOR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E4424A-092C-4CE6-B0D8-27EAFE61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432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D17DA7-8CDF-4B57-8478-DDDFA06E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52800"/>
            <a:ext cx="2286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Private IAM audience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Authoritative reload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Atomic reserve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x402 payload signer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3A51F7-4AD7-4352-AC97-86923B62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57450"/>
            <a:ext cx="285750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091827"/>
          </a:solidFill>
          <a:ln xmlns:a="http://schemas.openxmlformats.org/drawingml/2006/main" w="9525">
            <a:solidFill>
              <a:srgbClr val="46E6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9C7FB9-B3DA-4FB2-8068-1FE1573C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0510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VENDOR AGENT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EAE800-ACDD-4B08-A866-2CBAE716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432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A37D18-3512-4E68-B0B6-15E7D419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52800"/>
            <a:ext cx="2286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Agent Card + 2 offers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402 challenge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Verify + settle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Signed fulfillment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3D04B7-369B-4B0F-87BA-2396A3AD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2857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4FEDB5-6B9F-4C45-928F-16F3BD96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2552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FIRESTORE · SHARED ATOMIC STATE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8109CC-9DCA-4120-8D64-4D4B06A8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0550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executor signer secret → executor identity only</a:t>
            </a:r>
          </a:p>
        </p:txBody>
      </p:sp>
    </p:spTree>
    <p:extLst>
      <p:ext uri="{BB962C8B-B14F-4D97-AF65-F5344CB8AC3E}">
        <p14:creationId xmlns:p14="http://schemas.microsoft.com/office/powerpoint/2010/main" val="3364815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74550C-8244-4136-86D7-91CE859D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AC833B-207B-420B-B557-2F66F9F6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GEMINI IS MATERIAL — NOT THE BANK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6A11A8-975F-464C-8B8D-452A1F7B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DBD82-8A62-4336-93FA-E9BEC8BB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F0E64-FF52-479E-8043-0A630015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C8F7CE-D70F-4110-A62E-5822DDF6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048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AI는 ‘무엇을 살지’를 고르고,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코드는 ‘살 수 있는지’를 결정합니다.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CEF092-28E6-49F7-B5AA-1704FA61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295650"/>
            <a:ext cx="133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1F5F8D-D3A3-41E8-8669-C09D4F0E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819650"/>
            <a:ext cx="133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29D2D6-EC14-405C-BCCE-181F446F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95650"/>
            <a:ext cx="158115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330AAA-EBC8-416B-A4F1-A6EC877A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495800"/>
            <a:ext cx="158115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B3250-79C4-4CF7-B426-010EA0A6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D2C920-78DF-4B46-B9FB-BF2A14A0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09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1800ms latency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45% failure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47401A-3DC4-4FAF-85A6-F0590F07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COUNTERFACTUAL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9FF511-F497-4AB1-A21A-D3498574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209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12000ms latency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100% failure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FBA94F-C55D-45AF-AF9B-B91E6F33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3124200" cy="2286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091827"/>
          </a:solidFill>
          <a:ln xmlns:a="http://schemas.openxmlformats.org/drawingml/2006/main" w="9525">
            <a:solidFill>
              <a:srgbClr val="39D8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CA8D0B-6F5A-4E14-A3CE-88283E6C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8135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GEMINI STRICT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663C79-0A6A-4A76-AFA1-32EDCA11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95700"/>
            <a:ext cx="23622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diagnosis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requiredCapability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selectedOfferId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rationale + confidence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1AE69A-47C7-47BD-BCC3-465A5395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RPC STANDARD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846F47-C691-4F4F-B5FF-382C7D9B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48200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RPC EMERGENCY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B418A3-6C81-40F4-B07E-A154E01C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amount · recipient · mint · network · budget math · raw signature = deterministic code</a:t>
            </a:r>
          </a:p>
        </p:txBody>
      </p:sp>
    </p:spTree>
    <p:extLst>
      <p:ext uri="{BB962C8B-B14F-4D97-AF65-F5344CB8AC3E}">
        <p14:creationId xmlns:p14="http://schemas.microsoft.com/office/powerpoint/2010/main" val="10458492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9AA679-EBB3-4648-9A3E-675AE70B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4941E-BEFC-458F-822C-7B94AB08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EVIDENCE IS THE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93B86-D16F-43C6-986E-B56453D6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AA98B-1E77-4DDA-8B7D-5CE6A606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F2A096-AC44-4AD7-9628-E2F0F952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 0a7bfbb0 · VR b147e7cf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C98EF-329F-4635-8BF2-78895A0B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33450"/>
            <a:ext cx="83820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결제 성공보다 중요한 것은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복구까지 한 줄로 증명하는 일입니다.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60B72-F2BD-4B73-A0F5-7C7DD3CF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19350"/>
            <a:ext cx="0" cy="3295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9D8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26D410-92C1-4EB5-9BE9-1F64A43F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505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55F774-9126-4967-98F4-A71EA303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C1547D-A3EA-46B9-9744-07BFAA13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Gemini 2.5 Flash · strict 2-offer choice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AE194-811D-43B1-A682-DDACE274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384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96A64-7356-4196-8BA3-95499AE9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146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A2A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EF09AD-0323-4D52-ACF2-3E377445B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95600"/>
            <a:ext cx="337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Agent Card · 2 signed offers · A2A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2E4C90-1401-4950-86BB-2DD4EE6E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5718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C5B"/>
          </a:solidFill>
          <a:ln xmlns:a="http://schemas.openxmlformats.org/drawingml/2006/main" w="0">
            <a:solidFill>
              <a:srgbClr val="FFBC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15BF3-BFE2-4B51-88EA-840823FE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POLICY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6163CC-EA84-46D9-BF50-7718E7CF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4290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0.015 USDC · budget 0.050 → 0.035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649014-FD02-4FD4-9056-E561669A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052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CF8398-C7C9-48CC-A9DA-6CAE1527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9814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x402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BF6B25-16B0-4FB3-A889-73C8590D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62400"/>
            <a:ext cx="337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402 → signed retry → settled 200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CED76F-9A21-45A1-85C0-F87E3CDC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6386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E6A6"/>
          </a:solidFill>
          <a:ln xmlns:a="http://schemas.openxmlformats.org/drawingml/2006/main" w="0">
            <a:solidFill>
              <a:srgbClr val="46E6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77988C-6107-4A55-AAA7-757491A4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SOLANA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501249-D8F7-4454-B289-BC0660E0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958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payer -15000 · payee +15000 USDC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BAF576-9C19-4B0E-A862-E801E6A8E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172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E6A6"/>
          </a:solidFill>
          <a:ln xmlns:a="http://schemas.openxmlformats.org/drawingml/2006/main" w="0">
            <a:solidFill>
              <a:srgbClr val="46E6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A0C0C9-E6AA-43A6-8767-473F281A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0482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RECOVERY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C0C36E-5184-4025-8192-1B7E5E73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29200"/>
            <a:ext cx="337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4P7Y…KtmZ · slot 480903755 · healthy 9.340s</a:t>
            </a:r>
          </a:p>
        </p:txBody>
      </p:sp>
    </p:spTree>
    <p:extLst>
      <p:ext uri="{BB962C8B-B14F-4D97-AF65-F5344CB8AC3E}">
        <p14:creationId xmlns:p14="http://schemas.microsoft.com/office/powerpoint/2010/main" val="20854209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41EAA2-6F4E-42A4-B504-586D40A5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15FD27-C37A-43AF-BBFD-33ECF3D5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FAIL CLOSED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61E07-D0B1-466B-80B5-66AE60E2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66746D-F417-412C-BFAC-0A980842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0431EC-F995-40D0-AEC3-C2623D36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F1F3E7-30BB-46F3-B480-43D7CAFC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895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두 거절 모두 signer 전에 끝났습니다.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9FBDC9-5811-4138-8B79-54503D2E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transactionCreated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66C781-ADF0-481E-8F9A-A02360A0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8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58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false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73AEDF-50B3-404C-86D9-2CA325D70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txSignature  =  null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6EF539-12A4-4E05-937D-C8971D09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574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740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B04B72-44D2-4FA8-8380-0C449A7C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14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amount.per_transaction_limit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6AF4DB-0395-439C-AB12-04C881C4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0955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25000 &gt; 20000 · false / null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DBA8D9-E475-4518-99D8-6C57A819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717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E44518-5D3B-42B9-A25F-F7E7CAB3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800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identifier.nonce_fresh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2BC4D9-46F0-48CC-8890-5AA08B7C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7813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same nonce · fresh payment + idem IDs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461F99-6FE5-4644-B3B6-26E8E337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5FAFE0-4E9F-428B-AA15-2FE7C8A4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4861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TWO INSTANCES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00E807-9744-4421-B51A-7E72E3BD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671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settle and fulfill once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28FDDA-DFE2-4DCD-A1A7-E4564CD4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433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378464-7A40-46F9-87FC-D1C88944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1719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AMBIGUOUS SUBMIT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74D853-2546-4CDB-9A0B-6484257C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152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unknown → reconciler 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FA825A-78BD-4308-B288-598EE2188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B869E4-264C-4276-A74F-4DC013A9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8577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PROMPT / SSRF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BBE064-3134-4074-B2A6-A3024E51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8387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untrusted text + pinned public origin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5F38EC-CE58-440F-BEE6-28C45B79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3149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A95711-1102-465D-98A4-A4BEE463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Mainnet disabled  ·  no per-payment wallet popup  ·  no key in browser/model/logs</a:t>
            </a:r>
          </a:p>
        </p:txBody>
      </p:sp>
    </p:spTree>
    <p:extLst>
      <p:ext uri="{BB962C8B-B14F-4D97-AF65-F5344CB8AC3E}">
        <p14:creationId xmlns:p14="http://schemas.microsoft.com/office/powerpoint/2010/main" val="20423714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D3F78B-972A-4032-8E6F-CDA82DB2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finalist-demo-5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4AD3C-D36B-47BC-8475-7BD0983E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Detect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741FC-091E-4974-962C-1C5CA8FE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383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D04090-391F-4CA2-8911-D7104A32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3835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decide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C25F3-D0D7-4E19-BB92-9E4EA426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383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2EEC4B-A169-491A-BC54-85F620D6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3835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58D97D-FDC8-4B27-94F6-86DE3E4D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383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38F64-3B2E-4B24-A3C7-951940C6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383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recover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A36FC-2EAE-400A-BFC5-F3EE0EAB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383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32C79A-DDE6-4A56-8F84-4CF62936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383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prove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5660AB-EFEA-4931-A45A-F982110D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146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4E4F7B-D6F0-4F0F-A134-40071BB5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05200"/>
            <a:ext cx="10096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One mandate. Zero approval clicks after trigger.</a:t>
            </a:r>
          </a:p>
          <a:p xmlns:a="http://schemas.openxmlformats.org/drawingml/2006/main">
            <a:pPr algn="ctr">
              <a:buNone/>
              <a:defRPr sz="28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READ-ONLY REPLAY · NO NEW PAYMENT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FFCDB9-1271-459F-AE24-BC392007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524500"/>
            <a:ext cx="838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0.015 USDC · 9.340s · budget 0.050→0.035 · 4P7Y…KtmZ</a:t>
            </a:r>
          </a:p>
        </p:txBody>
      </p:sp>
    </p:spTree>
    <p:extLst>
      <p:ext uri="{BB962C8B-B14F-4D97-AF65-F5344CB8AC3E}">
        <p14:creationId xmlns:p14="http://schemas.microsoft.com/office/powerpoint/2010/main" val="13856626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2026-08-03T13:16:07.7270000Z</dcterms:created>
  <dcterms:modified xsi:type="dcterms:W3CDTF">2026-08-03T13:16:07.7270000Z</dcterms:modified>
</coreProperties>
</file>