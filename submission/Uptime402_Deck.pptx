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2a93a1c06185467e" /><Relationship Type="http://schemas.openxmlformats.org/officeDocument/2006/relationships/extended-properties" Target="/docProps/app.xml" Id="R27b86ec7334c4efb" /><Relationship Type="http://schemas.openxmlformats.org/officeDocument/2006/relationships/officeDocument" Target="/ppt/presentation.xml" Id="R094970a7f43d436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8b77734d62e34d7a"/>
  </p:sldMasterIdLst>
  <p:notesMasterIdLst>
    <p:notesMasterId xmlns:r="http://schemas.openxmlformats.org/officeDocument/2006/relationships" r:id="R477ad433eeda45ec"/>
  </p:notesMasterIdLst>
  <p:sldIdLst>
    <p:sldId xmlns:r="http://schemas.openxmlformats.org/officeDocument/2006/relationships" id="256" r:id="R0227cf90c3db45b6"/>
    <p:sldId xmlns:r="http://schemas.openxmlformats.org/officeDocument/2006/relationships" id="257" r:id="R8a0fe6964e484d2c"/>
    <p:sldId xmlns:r="http://schemas.openxmlformats.org/officeDocument/2006/relationships" id="258" r:id="R1e5c53c49f3d4aea"/>
    <p:sldId xmlns:r="http://schemas.openxmlformats.org/officeDocument/2006/relationships" id="259" r:id="R0495053b2c2141c3"/>
    <p:sldId xmlns:r="http://schemas.openxmlformats.org/officeDocument/2006/relationships" id="260" r:id="Ra3381832f0d34371"/>
    <p:sldId xmlns:r="http://schemas.openxmlformats.org/officeDocument/2006/relationships" id="261" r:id="Rd160914c89e646ca"/>
    <p:sldId xmlns:r="http://schemas.openxmlformats.org/officeDocument/2006/relationships" id="262" r:id="R95b7872457fa46b2"/>
    <p:sldId xmlns:r="http://schemas.openxmlformats.org/officeDocument/2006/relationships" id="263" r:id="Raf2844a8426949c1"/>
    <p:sldId xmlns:r="http://schemas.openxmlformats.org/officeDocument/2006/relationships" id="264" r:id="R68f31ef11ba241b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9b06c3eb5149e9" /><Relationship Type="http://schemas.openxmlformats.org/officeDocument/2006/relationships/slideMaster" Target="/ppt/slideMasters/slideMaster1.xml" Id="R8b77734d62e34d7a" /><Relationship Type="http://schemas.openxmlformats.org/officeDocument/2006/relationships/notesMaster" Target="/ppt/notesMasters/notesMaster1.xml" Id="R477ad433eeda45ec" /><Relationship Type="http://schemas.openxmlformats.org/officeDocument/2006/relationships/presProps" Target="/ppt/presProps.xml" Id="R8b2ec5de880d4c8c" /><Relationship Type="http://schemas.openxmlformats.org/officeDocument/2006/relationships/tableStyles" Target="/ppt/tableStyles.xml" Id="Ra06b17680f84437f" /><Relationship Type="http://schemas.openxmlformats.org/officeDocument/2006/relationships/slide" Target="/ppt/slides/slide1.xml" Id="R0227cf90c3db45b6" /><Relationship Type="http://schemas.openxmlformats.org/officeDocument/2006/relationships/slide" Target="/ppt/slides/slide2.xml" Id="R8a0fe6964e484d2c" /><Relationship Type="http://schemas.openxmlformats.org/officeDocument/2006/relationships/slide" Target="/ppt/slides/slide3.xml" Id="R1e5c53c49f3d4aea" /><Relationship Type="http://schemas.openxmlformats.org/officeDocument/2006/relationships/slide" Target="/ppt/slides/slide4.xml" Id="R0495053b2c2141c3" /><Relationship Type="http://schemas.openxmlformats.org/officeDocument/2006/relationships/slide" Target="/ppt/slides/slide5.xml" Id="Ra3381832f0d34371" /><Relationship Type="http://schemas.openxmlformats.org/officeDocument/2006/relationships/slide" Target="/ppt/slides/slide6.xml" Id="Rd160914c89e646ca" /><Relationship Type="http://schemas.openxmlformats.org/officeDocument/2006/relationships/slide" Target="/ppt/slides/slide7.xml" Id="R95b7872457fa46b2" /><Relationship Type="http://schemas.openxmlformats.org/officeDocument/2006/relationships/slide" Target="/ppt/slides/slide8.xml" Id="Raf2844a8426949c1" /><Relationship Type="http://schemas.openxmlformats.org/officeDocument/2006/relationships/slide" Target="/ppt/slides/slide9.xml" Id="R68f31ef11ba241b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cf2cfa2b8c94a3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abe2c2693244165" /><Relationship Type="http://schemas.openxmlformats.org/officeDocument/2006/relationships/notesMaster" Target="/ppt/notesMasters/notesMaster1.xml" Id="R3583ed8fc8634d4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33351bff334c93" /><Relationship Type="http://schemas.openxmlformats.org/officeDocument/2006/relationships/notesMaster" Target="/ppt/notesMasters/notesMaster1.xml" Id="Rbddd7ad8fbd8474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6207f49d3c1c429f" /><Relationship Type="http://schemas.openxmlformats.org/officeDocument/2006/relationships/notesMaster" Target="/ppt/notesMasters/notesMaster1.xml" Id="Rc8f28f61933e40a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2144ffce47aa4a07" /><Relationship Type="http://schemas.openxmlformats.org/officeDocument/2006/relationships/notesMaster" Target="/ppt/notesMasters/notesMaster1.xml" Id="Rac556605a9834d5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f8c3dec73ec44c1" /><Relationship Type="http://schemas.openxmlformats.org/officeDocument/2006/relationships/notesMaster" Target="/ppt/notesMasters/notesMaster1.xml" Id="Ra880b92582c54e4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2d538c7882b4a8b" /><Relationship Type="http://schemas.openxmlformats.org/officeDocument/2006/relationships/notesMaster" Target="/ppt/notesMasters/notesMaster1.xml" Id="R011ca1e22ee241c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30beeac65474905" /><Relationship Type="http://schemas.openxmlformats.org/officeDocument/2006/relationships/notesMaster" Target="/ppt/notesMasters/notesMaster1.xml" Id="R6671a72cc5b144c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59a611d34df405a" /><Relationship Type="http://schemas.openxmlformats.org/officeDocument/2006/relationships/notesMaster" Target="/ppt/notesMasters/notesMaster1.xml" Id="Rf128fdea7b414b8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b5f1e04e86a4029" /><Relationship Type="http://schemas.openxmlformats.org/officeDocument/2006/relationships/notesMaster" Target="/ppt/notesMasters/notesMaster1.xml" Id="R3ae0e516515444f8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docs/BUILD_STATUS.md</a:t>
            </a:r>
          </a:p>
          <a:p xmlns:a="http://schemas.openxmlformats.org/drawingml/2006/main">
            <a:r>
              <a:t>- https://www.gcp-solana-ai-agentic-hacks-kr.xyz/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docs/SUBMISSION_DECK.md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AGENTS.md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https://docs.x402.org/core-concepts/client-server</a:t>
            </a:r>
          </a:p>
          <a:p xmlns:a="http://schemas.openxmlformats.org/drawingml/2006/main">
            <a:r>
              <a:t>- https://docs.x402.org/core-concepts/facilitator</a:t>
            </a:r>
          </a:p>
          <a:p xmlns:a="http://schemas.openxmlformats.org/drawingml/2006/main">
            <a:r>
              <a:t>- https://docs.x402.org/extensions/payment-identifier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https://cloud.google.com/run/docs/ai-agents</a:t>
            </a:r>
          </a:p>
          <a:p xmlns:a="http://schemas.openxmlformats.org/drawingml/2006/main">
            <a:r>
              <a:t>- https://cloud.google.com/secret-manager/docs/best-practices</a:t>
            </a:r>
          </a:p>
          <a:p xmlns:a="http://schemas.openxmlformats.org/drawingml/2006/main">
            <a:r>
              <a:t>- https://firebase.google.com/docs/firestore/manage-data/transactions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https://ai.google.dev/gemini-api/docs/models</a:t>
            </a:r>
          </a:p>
          <a:p xmlns:a="http://schemas.openxmlformats.org/drawingml/2006/main">
            <a:r>
              <a:t>- https://a2a-protocol.org/latest/specification/</a:t>
            </a:r>
          </a:p>
          <a:p xmlns:a="http://schemas.openxmlformats.org/drawingml/2006/main">
            <a:r>
              <a:t>- Repository: docs/ARCHITECTURE.md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.agents/skills/ship-agentic-commerce-finalist/references/payment-evidence-v2.md</a:t>
            </a:r>
          </a:p>
          <a:p xmlns:a="http://schemas.openxmlformats.org/drawingml/2006/main">
            <a:r>
              <a:t>- https://docs.x402.org/extensions/offer-receipt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AGENTS.md</a:t>
            </a:r>
          </a:p>
          <a:p xmlns:a="http://schemas.openxmlformats.org/drawingml/2006/main">
            <a:r>
              <a:t>- Repository: tests/domain-policy.test.ts</a:t>
            </a:r>
          </a:p>
          <a:p xmlns:a="http://schemas.openxmlformats.org/drawingml/2006/main">
            <a:r>
              <a:t>- Repository: tests/services-integration.test.ts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Repository: README.md</a:t>
            </a:r>
          </a:p>
          <a:p xmlns:a="http://schemas.openxmlformats.org/drawingml/2006/main">
            <a:r>
              <a:t>- Repository: docs/BUILD_STATUS.md</a:t>
            </a:r>
          </a:p>
          <a:p xmlns:a="http://schemas.openxmlformats.org/drawingml/2006/main">
            <a:r>
              <a:t>- Repository: docs/DEMO_SCRIPT.md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e7f19cc78340df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9e1491374a94ae5" /><Relationship Type="http://schemas.openxmlformats.org/officeDocument/2006/relationships/slideLayout" Target="/ppt/slideLayouts/slideLayout1.xml" Id="R94f16684f13c42bf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4f16684f13c42bf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ac984152dd4e28" /><Relationship Type="http://schemas.openxmlformats.org/officeDocument/2006/relationships/notesSlide" Target="/ppt/notesSlides/notesSlide1.xml" Id="Rdb65e8bc2feb409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394b01998d4ced" /><Relationship Type="http://schemas.openxmlformats.org/officeDocument/2006/relationships/notesSlide" Target="/ppt/notesSlides/notesSlide2.xml" Id="R7aacd20e3cd94c4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10fd1bc3384192" /><Relationship Type="http://schemas.openxmlformats.org/officeDocument/2006/relationships/notesSlide" Target="/ppt/notesSlides/notesSlide3.xml" Id="R165bc9ea9598406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a0d2ec284f47f0" /><Relationship Type="http://schemas.openxmlformats.org/officeDocument/2006/relationships/notesSlide" Target="/ppt/notesSlides/notesSlide4.xml" Id="R7747b2241d5846a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b1be463e3f462d" /><Relationship Type="http://schemas.openxmlformats.org/officeDocument/2006/relationships/notesSlide" Target="/ppt/notesSlides/notesSlide5.xml" Id="R31e8aa77e3f449e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5c3d176f554de8" /><Relationship Type="http://schemas.openxmlformats.org/officeDocument/2006/relationships/notesSlide" Target="/ppt/notesSlides/notesSlide6.xml" Id="Rff8cca2ebab94f6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044db07bb93479d" /><Relationship Type="http://schemas.openxmlformats.org/officeDocument/2006/relationships/notesSlide" Target="/ppt/notesSlides/notesSlide7.xml" Id="R7f069373e2d84edb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b5b5e3d3724dd6" /><Relationship Type="http://schemas.openxmlformats.org/officeDocument/2006/relationships/notesSlide" Target="/ppt/notesSlides/notesSlide8.xml" Id="R09b8c25ae9cc4271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e15d5ea3ee42a7" /><Relationship Type="http://schemas.openxmlformats.org/officeDocument/2006/relationships/notesSlide" Target="/ppt/notesSlides/notesSlide9.xml" Id="Rd888c1e011234c4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E7B19AB-2229-437A-BE4B-C6389BC00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742950"/>
            <a:ext cx="76200" cy="4857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76200">
            <a:solidFill>
              <a:srgbClr val="39D8FF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70175F-21E7-475E-A111-7DD329A4BA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7810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UPTIME402</a:t>
            </a:r>
          </a:p>
        </p:txBody>
      </p:sp>
      <p:sp>
        <p:nvSpPr>
          <p:cNvPr id="3" name="hero-title">
            <a:extLst xmlns:a="http://schemas.openxmlformats.org/drawingml/2006/main">
              <a:ext uri="{FF2B5EF4-FFF2-40B4-BE49-F238E27FC236}">
                <a16:creationId xmlns:a16="http://schemas.microsoft.com/office/drawing/2014/main" id="{15687B4F-8D99-4F00-8651-B6F9E3F4F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695450"/>
            <a:ext cx="93345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An outage does not</a:t>
            </a:r>
          </a:p>
          <a:p xmlns:a="http://schemas.openxmlformats.org/drawingml/2006/main">
            <a:pPr algn="l">
              <a:def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4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wait for procurement.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FED59AC-D87D-4F60-A984-429FA4497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71950"/>
            <a:ext cx="8858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AI SRE가 복구 리소스를 발견하고, 제한 안에서 지불하고, 실제 회복을 증명합니다.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6F35D47-C2CA-4207-9CFD-3DEC5CAB7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Gemini  ·  A2A  ·  x402  ·  Solana Devnet USDC  ·  Cloud Run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ADE913-9CF8-45DC-A2F2-C80AD9B02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579120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30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57339164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4425CF4-CC33-4F7A-BA0F-44F81AA24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88D779-20C9-4131-B762-0E49A5DA9A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THE PROCUREMENT GAP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3038A3-8348-496B-AAE9-4FCAB7D31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BAC866B-A29F-4B9F-9F9E-F5395FB7F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DD0386-33D1-464A-83D6-C4165041D9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FC2DB9D-E1F8-4CE0-B990-F5D36AF3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028700"/>
            <a:ext cx="53340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구매 대기 시간은</a:t>
            </a:r>
          </a:p>
          <a:p xmlns:a="http://schemas.openxmlformats.org/drawingml/2006/main">
            <a:pPr algn="l">
              <a:def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그대로 장애 시간이 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391D3B-FBD6-46F5-81C1-8B86A8B8D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4953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복구에 필요한 routing·capacity·diagnostics는 지금 필요하지만, 기존 흐름은 사람이 시스템 사이를 옮겨 다닙니다.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894FD0-5378-44DD-89CB-9F9D0F748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295400"/>
            <a:ext cx="0" cy="39052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FF5C7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5BC729C-9E14-4327-8020-88F340E7B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3144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30A533-A327-4D39-A58F-B5FBE131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11049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01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FF627D7-2748-490C-B4EA-093C0911C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0858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진단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80D6D84-5E17-4619-9986-DCE7E601F5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5049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무엇이 깨졌는가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5EAA64-A667-47E1-B027-C722B7373A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25146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FBEC2C0-CA65-4384-8CF2-1DD99CD7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3050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DDCA9E-7E92-47C6-A52A-E140D57CE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2860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공급자 탐색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9514AA-048E-4639-9A92-B39BE430D8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051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누가 즉시 복구할 수 있는가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B909484-7966-49E2-B874-322B818CB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7147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75"/>
          </a:solidFill>
          <a:ln xmlns:a="http://schemas.openxmlformats.org/drawingml/2006/main" w="0">
            <a:solidFill>
              <a:srgbClr val="FF5C7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7EB7D3-5D4D-4A86-A351-2A3BC335B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350520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34FEB57-C461-4918-A0F2-37B938EE6A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48615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승인·결제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36B3859-2FFF-4843-A5A2-6D7C5918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90525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누가 지금 돈을 승인하는가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42E1F2C-FAF4-4F2B-9608-71A6B2E16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91490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5987880-68F9-4CE7-A048-1FCBC604D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705350"/>
            <a:ext cx="438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E9C19E-9426-4D3A-9CD8-45D34E1B41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686300"/>
            <a:ext cx="2667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프로비저닝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4446462-40BB-415C-8971-4FEACE615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105400"/>
            <a:ext cx="3238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결제가 실제 회복으로 이어졌는가</a:t>
            </a:r>
          </a:p>
        </p:txBody>
      </p:sp>
    </p:spTree>
    <p:extLst>
      <p:ext uri="{BB962C8B-B14F-4D97-AF65-F5344CB8AC3E}">
        <p14:creationId xmlns:p14="http://schemas.microsoft.com/office/powerpoint/2010/main" val="990083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AE930E3-A98E-4479-965F-E3E2E24B2D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03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7281E83-1397-49AE-A3C8-2C82577B3E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AUTONOMOUS WITHIN A MANDATE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1542C4-FA3A-4E61-935E-22ACB19FD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B815EDD-CF66-4959-8FC0-3F101C228A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F4EB00-C227-4783-B129-D3A6EA20A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6F0724-1216-4CB9-BA06-2B8B46017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90600"/>
            <a:ext cx="6381750" cy="1219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사람이 정하는 것은</a:t>
            </a:r>
          </a:p>
          <a:p xmlns:a="http://schemas.openxmlformats.org/drawingml/2006/main">
            <a:pPr algn="l"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건별 결제가 아니라 경계입니다.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E69094D-76F1-4ABE-A76A-75D0F8371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667000"/>
            <a:ext cx="2381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0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E898386-66DB-4B72-AC1D-CB5FD06C6F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219450"/>
            <a:ext cx="3143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payment approval clicks</a:t>
            </a:r>
          </a:p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after incident trigger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CBD1353-8FCC-4EAC-9AED-BB09FDA7D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1047750"/>
            <a:ext cx="0" cy="4572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740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84D042-050E-4A30-A47D-B3D9727FB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1620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INCIDENT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DCA50FE-6AAB-400D-8ED6-A368084CE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4097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0.05 USDC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568FBA-B940-474C-AAED-A91EBBE95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18859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002E3C6-5C63-4FBA-A534-783814BEF8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0193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PER TRANSACTION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3D9C4B-D921-4C26-B232-3E5F5168C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2669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0.02 USDC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E4F530-B032-48A9-83AF-EF14EF22A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7432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A68453-9A15-4E08-97C2-48E81893A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28765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TIME WINDOW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EEE604-6AE5-4759-9FE9-8F403FC95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1242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10 MIN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3F7E14-044B-46C8-9FAA-B813546B9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60045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F04F56E-705A-456F-8729-3B1CE4F685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7338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ASSET / NETWORK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731D35-F21C-430A-8D72-8284339A21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398145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USDC / DEVNET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EF28358-1D36-4DA0-8AC6-3E55E5AD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457700"/>
            <a:ext cx="3810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AB154D-3569-4EB7-8867-EC657FE19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59105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ALLOWLIST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DCD02F6-575C-44AC-87DC-BFC4A96C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77100" y="4838700"/>
            <a:ext cx="37147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CAPABILITY + RECIPIENT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2550AB1-F9EB-4227-B03B-C4DC36473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810250"/>
            <a:ext cx="1019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Application-enforced policy + low-balance blast-radius isolation</a:t>
            </a:r>
          </a:p>
        </p:txBody>
      </p:sp>
    </p:spTree>
    <p:extLst>
      <p:ext uri="{BB962C8B-B14F-4D97-AF65-F5344CB8AC3E}">
        <p14:creationId xmlns:p14="http://schemas.microsoft.com/office/powerpoint/2010/main" val="322852587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640CE19-3CFC-4F68-806F-9A7F6C944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04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6F81A0C-1B52-4606-A97D-B1432C9FD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STANDARD X402 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32C4F6-8B90-453C-8BD7-E934F71B4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3B5C272-4F43-475A-ABA3-D861B2653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2BC368B-FBD0-4EF8-9E72-1EE15B640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89BE784-7C00-49D5-B4C9-441AFA709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6202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0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먼저 송금하고 proof를 붙이는 흐름이 아닙니다.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FEB0F1-B327-48BB-A568-74F7F26CC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5735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402가 가격을 제시하고, client가 같은 요청에 자동 서명 payload를 붙여 재시도합니다.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719D093-3306-4DC0-96F7-919E730C5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8939A0-FDE9-4882-87BC-C89818ACF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93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52DCFD-3C00-4E76-BC6A-968DDF7B5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A9CD2E4-7E36-42A3-97B9-16218DB77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F4AC505-B032-4F26-AC47-F0C45F3C6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562350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0E25AB-0320-41FD-BEBF-12191214B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48600" y="3562350"/>
            <a:ext cx="9715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5CA4B7-E8E3-40B8-824E-0006E468A5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62350"/>
            <a:ext cx="876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B4FC33F-6D43-4733-B63D-76144FCF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66F6295-DF73-40BE-AE5F-8249721B2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REQUEST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5BBC84-EF55-469D-A8A3-8E6B40ED7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764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5C75"/>
          </a:solidFill>
          <a:ln xmlns:a="http://schemas.openxmlformats.org/drawingml/2006/main" w="0">
            <a:solidFill>
              <a:srgbClr val="FF5C7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189375-603A-4CA1-B26E-6DB0675D1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402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C3A1BC-CD14-4B46-83DB-439B82400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C5B"/>
          </a:solidFill>
          <a:ln xmlns:a="http://schemas.openxmlformats.org/drawingml/2006/main" w="0">
            <a:solidFill>
              <a:srgbClr val="FFBC5B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D995B6-33ED-4DB6-B5E3-55B8A21BA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RESERVE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92EAB-140B-4C17-9376-616B30709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434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C5B"/>
          </a:solidFill>
          <a:ln xmlns:a="http://schemas.openxmlformats.org/drawingml/2006/main" w="0">
            <a:solidFill>
              <a:srgbClr val="FFBC5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35D9FC-A33A-4912-B052-8190C2F69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SIGN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4580F2-275C-4BAE-B169-D7EB6A62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C60EB0-508E-4194-861C-CFBF34E09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9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PAID RETRY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894B5E-83B8-4F93-8D4E-D1B5573B32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D495B1B-F008-4FAA-A9A9-741825582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SETTLE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959DE8F-A014-4BE2-8F54-0B6856DF7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D7CA8DF-CECA-40BA-9C83-2058964FF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200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B1AEB0-136E-458D-ACA2-CA12E790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3448050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387D6325-5572-46CA-99AB-746C77A54D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0" y="3867150"/>
            <a:ext cx="1143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RECOVERY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90D875B-DF74-45A4-B1F8-5BCFC9CA4A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591050"/>
            <a:ext cx="2381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PAYMENT-REQUIRED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B2E686C-507F-4A22-A24D-1AE01017E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45910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PAYMENT-SIGNATURE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7CE8F46-47D6-475F-8044-B4D0348C5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5910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PAYMENT-RESPONSE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EEDE73C-F164-4CF1-9455-9C32C291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391150"/>
            <a:ext cx="5905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executor: signs, never broadcasts first</a:t>
            </a:r>
          </a:p>
        </p:txBody>
      </p:sp>
    </p:spTree>
    <p:extLst>
      <p:ext uri="{BB962C8B-B14F-4D97-AF65-F5344CB8AC3E}">
        <p14:creationId xmlns:p14="http://schemas.microsoft.com/office/powerpoint/2010/main" val="36281612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2A1CA8-7BB6-45E0-AD13-63F0774C5E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05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063A18-1584-40E4-84E5-9F1B98D01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THREE TRUST BOUNDARIES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7FC425-55AF-4284-A5A1-F63E87B064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DA7BDB5-7123-43F6-8B1D-06046B0CD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ECECC5-9618-4246-BD49-9BE81F983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EEC2BAC-6744-4B9C-9524-A3ED9F107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8572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모델은 signer를 볼 수 없습니다.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4B6518-5C12-4BE2-8EDB-443D12D1D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619250"/>
            <a:ext cx="7620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0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각 서비스는 다른 identity와 responsibility를 가집니다.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1F4CF8C-17F0-470D-B4D6-FEADE9EFE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35623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AF042C-093D-4A91-ADF5-AE96EFE3F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05650" y="3562350"/>
            <a:ext cx="1066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42DB50E-386E-4312-AB4B-F537D2C2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4972050"/>
            <a:ext cx="5067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740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3C378A-8318-4EEF-B140-C4B786AF5D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457450"/>
            <a:ext cx="285750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39D8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673E7DC-3E23-4E0F-9590-13026D4F1A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70510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CONTROL PLANE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F740CB-95B6-40A3-B747-9BB545ED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5431DAA-2FB9-4F97-A590-60FABC493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35280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Incident orchestration</a:t>
            </a:r>
          </a:p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Gemini + A2A buyer</a:t>
            </a:r>
          </a:p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Receipt verification</a:t>
            </a:r>
          </a:p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No wallet signer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4BC687-425D-427D-BD61-6AACC52DAD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457450"/>
            <a:ext cx="285750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FFBC5B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A3FCAD6-898A-4759-ABA7-58E2BDEF4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70510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PAYMENT EXECUTOR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6E4424A-092C-4CE6-B0D8-27EAFE613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8650" y="31432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7D17DA7-8CDF-4B57-8478-DDDFA06EE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335280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Private IAM audience</a:t>
            </a:r>
          </a:p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Authoritative reload</a:t>
            </a:r>
          </a:p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Atomic reserve</a:t>
            </a:r>
          </a:p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x402 payload signer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B3A51F7-4AD7-4352-AC97-86923B624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2457450"/>
            <a:ext cx="2857500" cy="2266950"/>
          </a:xfrm>
          <a:prstGeom xmlns:a="http://schemas.openxmlformats.org/drawingml/2006/main" prst="roundRect">
            <a:avLst>
              <a:gd name="adj" fmla="val 6723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46E6A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A9C7FB9-B3DA-4FB2-8068-1FE1573CEC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705100"/>
            <a:ext cx="24003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VENDOR AGENT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EAE800-ACDD-4B08-A866-2CBAE716B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3143250"/>
            <a:ext cx="2324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9A37D18-3512-4E68-B0B6-15E7D4198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3352800"/>
            <a:ext cx="2286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Agent Card + 2 offers</a:t>
            </a:r>
          </a:p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402 challenge</a:t>
            </a:r>
          </a:p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Verify + settle</a:t>
            </a:r>
          </a:p>
          <a:p xmlns:a="http://schemas.openxmlformats.org/drawingml/2006/main">
            <a:pPr algn="ctr">
              <a:def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Signed fulfillment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3D04B7-369B-4B0F-87BA-2396A3AD3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5067300"/>
            <a:ext cx="2857500" cy="552450"/>
          </a:xfrm>
          <a:prstGeom xmlns:a="http://schemas.openxmlformats.org/drawingml/2006/main" prst="roundRect">
            <a:avLst>
              <a:gd name="adj" fmla="val 20690"/>
            </a:avLst>
          </a:prstGeom>
          <a:solidFill xmlns:a="http://schemas.openxmlformats.org/drawingml/2006/main">
            <a:srgbClr val="10263A"/>
          </a:solidFill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E4FEDB5-6B9F-4C45-928F-16F3BD96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2552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FIRESTORE · SHARED ATOMIC STATE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8109CC-9DCA-4120-8D64-4D4B06A8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52900" y="5905500"/>
            <a:ext cx="4572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executor signer secret → executor identity only</a:t>
            </a:r>
          </a:p>
        </p:txBody>
      </p:sp>
    </p:spTree>
    <p:extLst>
      <p:ext uri="{BB962C8B-B14F-4D97-AF65-F5344CB8AC3E}">
        <p14:creationId xmlns:p14="http://schemas.microsoft.com/office/powerpoint/2010/main" val="336481572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974550C-8244-4136-86D7-91CE859D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2AC833B-207B-420B-B557-2F66F9F6C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GEMINI IS MATERIAL — NOT THE BANK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A6A11A8-975F-464C-8B8D-452A1F7BF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87DBD82-8A62-4336-93FA-E9BEC8BB04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03F0E64-FF52-479E-8043-0A630015F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BC8F7CE-D70F-4110-A62E-5822DDF6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9048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AI는 ‘무엇을 살지’를 고르고,</a:t>
            </a:r>
          </a:p>
          <a:p xmlns:a="http://schemas.openxmlformats.org/drawingml/2006/main">
            <a:pPr algn="l"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코드는 ‘살 수 있는지’를 결정합니다.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2CEF092-28E6-49F7-B5AA-1704FA61C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3295650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31F5F8D-D3A3-41E8-8669-C09D4F0E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4819650"/>
            <a:ext cx="1333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274055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29D2D6-EC14-405C-BCCE-181F446FD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3295650"/>
            <a:ext cx="1581150" cy="3429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330AAA-EBC8-416B-A4F1-A6EC877A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19950" y="4495800"/>
            <a:ext cx="1581150" cy="3238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3B3250-79C4-4CF7-B426-010EA0A6E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857500"/>
            <a:ext cx="1714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BASELINE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2D2C920-78DF-4B46-B9FB-BF2A14A091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20040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latency spike</a:t>
            </a:r>
          </a:p>
          <a:p xmlns:a="http://schemas.openxmlformats.org/drawingml/2006/main">
            <a:pPr algn="l"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regional failure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147401A-3DC4-4FAF-85A6-F0590F078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381500"/>
            <a:ext cx="1905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COUNTERFACTUAL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C9FF511-F497-4AB1-A21A-D3498574F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724400"/>
            <a:ext cx="2095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cost pressure</a:t>
            </a:r>
          </a:p>
          <a:p xmlns:a="http://schemas.openxmlformats.org/drawingml/2006/main">
            <a:pPr algn="l">
              <a:def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7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healthy region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FBA94F-C55D-45AF-AF9B-B91E6F333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2895600"/>
            <a:ext cx="3124200" cy="2286000"/>
          </a:xfrm>
          <a:prstGeom xmlns:a="http://schemas.openxmlformats.org/drawingml/2006/main" prst="roundRect">
            <a:avLst>
              <a:gd name="adj" fmla="val 7500"/>
            </a:avLst>
          </a:prstGeom>
          <a:solidFill xmlns:a="http://schemas.openxmlformats.org/drawingml/2006/main">
            <a:srgbClr val="091827"/>
          </a:solidFill>
          <a:ln xmlns:a="http://schemas.openxmlformats.org/drawingml/2006/main" w="9525">
            <a:solidFill>
              <a:srgbClr val="39D8FF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CA8D0B-6F5A-4E14-A3CE-88283E6C2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3181350"/>
            <a:ext cx="25527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GEMINI STRICT OUTPUT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9663C79-0A6A-4A76-AFA1-32EDCA11C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3695700"/>
            <a:ext cx="2362200" cy="129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diagnosis</a:t>
            </a:r>
          </a:p>
          <a:p xmlns:a="http://schemas.openxmlformats.org/drawingml/2006/main">
            <a:pPr algn="ctr"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requiredCapability</a:t>
            </a:r>
          </a:p>
          <a:p xmlns:a="http://schemas.openxmlformats.org/drawingml/2006/main">
            <a:pPr algn="ctr"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selectedOfferId</a:t>
            </a:r>
          </a:p>
          <a:p xmlns:a="http://schemas.openxmlformats.org/drawingml/2006/main">
            <a:pPr algn="ctr">
              <a:def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0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rationale + confidence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51AE69A-47C7-47BD-BCC3-465A53952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05900" y="28765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OFFER FAST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E846F47-C691-4F4F-B5FF-382C7D9B3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648200"/>
            <a:ext cx="26860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OFFER ECONOMY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2B418A3-6C81-40F4-B07E-A154E01C5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810250"/>
            <a:ext cx="1009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amount · recipient · mint · network · budget math · raw signature = deterministic code</a:t>
            </a:r>
          </a:p>
        </p:txBody>
      </p:sp>
    </p:spTree>
    <p:extLst>
      <p:ext uri="{BB962C8B-B14F-4D97-AF65-F5344CB8AC3E}">
        <p14:creationId xmlns:p14="http://schemas.microsoft.com/office/powerpoint/2010/main" val="10458492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9AA679-EBB3-4648-9A3E-675AE70B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07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04941E-BEFC-458F-822C-7B94AB0876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EVIDENCE IS THE PRODUCT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6593B86-D16F-43C6-986E-B56453D68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0AA98B-1E77-4DDA-8B7D-5CE6A6067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EF2A096-AC44-4AD7-9628-E2F0F952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00C98EF-329F-4635-8BF2-78895A0B3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33450"/>
            <a:ext cx="83820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결제 성공보다 중요한 것은</a:t>
            </a:r>
          </a:p>
          <a:p xmlns:a="http://schemas.openxmlformats.org/drawingml/2006/main">
            <a:pPr algn="l">
              <a:def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1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복구까지 한 줄로 증명하는 일입니다.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660B72-F2BD-4B73-A0F5-7C7DD3CF7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2419350"/>
            <a:ext cx="0" cy="3295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39D8FF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26D410-92C1-4EB5-9BE9-1F64A43F9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505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55F774-9126-4967-98F4-A71EA303C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MODEL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C1547D-A3EA-46B9-9744-07BFAA133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23622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modelVersion + redacted input/output hashes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BDAE194-811D-43B1-A682-DDACE2749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384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596A64-7356-4196-8BA3-95499AE9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9146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A2A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EF09AD-0323-4D52-ACF2-3E377445B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289560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Agent Card + 2 signed offers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2E4C90-1401-4950-86BB-2DD4EE6E6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5718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BC5B"/>
          </a:solidFill>
          <a:ln xmlns:a="http://schemas.openxmlformats.org/drawingml/2006/main" w="0">
            <a:solidFill>
              <a:srgbClr val="FFBC5B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915BF3-BFE2-4B51-88EA-840823FECE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480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POLICY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76163CC-EA84-46D9-BF50-7718E7CFE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34290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ordered rules + budget before/after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649014-FD02-4FD4-9056-E561669A5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1052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39D8FF"/>
          </a:solidFill>
          <a:ln xmlns:a="http://schemas.openxmlformats.org/drawingml/2006/main" w="0">
            <a:solidFill>
              <a:srgbClr val="39D8F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CF8398-C7C9-48CC-A9DA-6CAE152794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9814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x402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0BF6B25-16B0-4FB3-A889-73C8590D9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402 / signed retry / 200 raw headers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ACED76F-9A21-45A1-85C0-F87E3CDC2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6386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777988C-6107-4A55-AAA7-757491A40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14850"/>
            <a:ext cx="1619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SOLANA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9501249-D8F7-4454-B289-BC0660E08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4495800"/>
            <a:ext cx="3048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payer/payee + exact token deltas + Explorer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BAF576-9C19-4B0E-A862-E801E6A8E2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5172075"/>
            <a:ext cx="133350" cy="1333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46E6A6"/>
          </a:solidFill>
          <a:ln xmlns:a="http://schemas.openxmlformats.org/drawingml/2006/main" w="0">
            <a:solidFill>
              <a:srgbClr val="46E6A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A0C0C9-E6AA-43A6-8767-473F281A0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5048250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125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RECOVERY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7C0C36E-5184-4025-8192-1B7E5E737F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5029200"/>
            <a:ext cx="3371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vendor receipt + distinct healthy outcome</a:t>
            </a:r>
          </a:p>
        </p:txBody>
      </p:sp>
    </p:spTree>
    <p:extLst>
      <p:ext uri="{BB962C8B-B14F-4D97-AF65-F5344CB8AC3E}">
        <p14:creationId xmlns:p14="http://schemas.microsoft.com/office/powerpoint/2010/main" val="208542097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341EAA2-6F4E-42A4-B504-586D40A53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00050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08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D15FD27-C37A-43AF-BBFD-33ECF3D5E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400050"/>
            <a:ext cx="552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975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FAIL CLOSED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B061E07-D0B1-466B-80B5-66AE60E2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15100"/>
            <a:ext cx="10934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6746D-F417-412C-BFAC-0A980842A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6572250"/>
            <a:ext cx="7048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UPTIME402  /  GOOGLE CLOUD × SOLANA AI AGENTIC HACKATHON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0431EC-F995-40D0-AEC3-C2623D368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6572250"/>
            <a:ext cx="20383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750" b="0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EVIDENCE-FIRST P0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AF1F3E7-30BB-46F3-B480-43D7CAFC0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952500"/>
            <a:ext cx="8953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32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거절은 signer보다 먼저 일어납니다.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C9FBDC9-5811-4138-8B79-54503D2ED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47900"/>
            <a:ext cx="3429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75" b="1">
                <a:solidFill>
                  <a:srgbClr val="8FA8BA"/>
                </a:solidFill>
                <a:latin typeface="Arial Unicode MS"/>
                <a:ea typeface="Arial Unicode MS"/>
                <a:cs typeface="Arial Unicode MS"/>
              </a:rPr>
              <a:t>transactionCreated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66C781-ADF0-481E-8F9A-A02360A0F0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47950"/>
            <a:ext cx="3429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58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false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C73AEDF-50B3-404C-86D9-2CA325D70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867150"/>
            <a:ext cx="342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57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txSignature  =  null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46EF539-12A4-4E05-937D-C8971D09AF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57400"/>
            <a:ext cx="0" cy="34290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274055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FB04B72-44D2-4FA8-8380-0C449A7CF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1145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OVER CAP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6AF4DB-0395-439C-AB12-04C881C44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0955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deny before reserve / signer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DBA8D9-E475-4518-99D8-6C57A8194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717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E44518-5D3B-42B9-A25F-F7E7CAB3B2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8003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5C75"/>
                </a:solidFill>
                <a:latin typeface="Arial Unicode MS"/>
                <a:ea typeface="Arial Unicode MS"/>
                <a:cs typeface="Arial Unicode MS"/>
              </a:rPr>
              <a:t>NONCE REPLAY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32BC4D9-46F0-48CC-8890-5AA08B7CB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27813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same ID bound to first fingerprint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461F99-6FE5-4644-B3B6-26E8E337A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2575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5FAFE0-4E9F-428B-AA15-2FE7C8A48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4861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TWO INSTANCES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500E807-9744-4421-B51A-7E72E3BD4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34671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settle and fulfill once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28FDDA-DFE2-4DCD-A1A7-E4564CD4D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9433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378464-7A40-46F9-87FC-D1C889448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1719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AMBIGUOUS SUBMIT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D74D853-2546-4CDB-9A0B-6484257C1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1529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unknown → reconciler only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FA825A-78BD-4308-B288-598EE2188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6291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B869E4-264C-4276-A74F-4DC013A90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857750"/>
            <a:ext cx="2000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05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PROMPT / SSRF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0BBE064-3134-4074-B2A6-A3024E515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72350" y="483870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425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untrusted text + pinned public origin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5F38EC-CE58-440F-BEE6-28C45B795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314950"/>
            <a:ext cx="5905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274055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7A95711-1102-465D-98A4-A4BEE463E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9055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2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Mainnet disabled  ·  no per-payment wallet popup  ·  no key in browser/model/logs</a:t>
            </a:r>
          </a:p>
        </p:txBody>
      </p:sp>
    </p:spTree>
    <p:extLst>
      <p:ext uri="{BB962C8B-B14F-4D97-AF65-F5344CB8AC3E}">
        <p14:creationId xmlns:p14="http://schemas.microsoft.com/office/powerpoint/2010/main" val="204237144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06111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2D3F78B-972A-4032-8E6F-CDA82DB28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2857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35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UPTIME402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464AD3C-D36B-47BC-8475-7BD0983E0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383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Detect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3741FC-091E-4974-962C-1C5CA8FE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4D04090-391F-4CA2-8911-D7104A327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2038350"/>
            <a:ext cx="1809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39D8FF"/>
                </a:solidFill>
                <a:latin typeface="Arial Unicode MS"/>
                <a:ea typeface="Arial Unicode MS"/>
                <a:cs typeface="Arial Unicode MS"/>
              </a:rPr>
              <a:t>decide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3C25F3-D0D7-4E19-BB92-9E4EA4265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2EEC4B-A169-491A-BC54-85F620D67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038350"/>
            <a:ext cx="1524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FFBC5B"/>
                </a:solidFill>
                <a:latin typeface="Arial Unicode MS"/>
                <a:ea typeface="Arial Unicode MS"/>
                <a:cs typeface="Arial Unicode MS"/>
              </a:rPr>
              <a:t>pay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858D97D-FDC8-4B27-94F6-86DE3E4DF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B338F64-3B2E-4B24-A3C7-951940C61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03835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recover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EA36FC-2EAE-400A-BFC5-F3EE0EAB0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038350"/>
            <a:ext cx="571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274055"/>
                </a:solidFill>
                <a:latin typeface="Arial Unicode MS"/>
                <a:ea typeface="Arial Unicode MS"/>
                <a:cs typeface="Arial Unicode MS"/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032C79A-DDE6-4A56-8F84-4CF62936EB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2038350"/>
            <a:ext cx="1714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70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prove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A5660AB-EFEA-4931-A45A-F982110D4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10572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39D8FF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A4E4F7B-D6F0-4F0F-A134-40071BB54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505200"/>
            <a:ext cx="10096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One mandate. Zero approval clicks after trigger.</a:t>
            </a:r>
          </a:p>
          <a:p xmlns:a="http://schemas.openxmlformats.org/drawingml/2006/main">
            <a:pPr algn="ctr">
              <a:def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2850" b="1">
                <a:solidFill>
                  <a:srgbClr val="F4F9FC"/>
                </a:solidFill>
                <a:latin typeface="Arial Unicode MS"/>
                <a:ea typeface="Arial Unicode MS"/>
                <a:cs typeface="Arial Unicode MS"/>
              </a:rPr>
              <a:t>One verifiable recovery timeline.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FFCDB9-1271-459F-AE24-BC3920077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524500"/>
            <a:ext cx="838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defRPr>
            </a:pPr>
            <a:r>
              <a:rPr sz="1800" b="1">
                <a:solidFill>
                  <a:srgbClr val="46E6A6"/>
                </a:solidFill>
                <a:latin typeface="Arial Unicode MS"/>
                <a:ea typeface="Arial Unicode MS"/>
                <a:cs typeface="Arial Unicode MS"/>
              </a:rPr>
              <a:t>An outage does not wait for procurement.</a:t>
            </a:r>
          </a:p>
        </p:txBody>
      </p:sp>
    </p:spTree>
    <p:extLst>
      <p:ext uri="{BB962C8B-B14F-4D97-AF65-F5344CB8AC3E}">
        <p14:creationId xmlns:p14="http://schemas.microsoft.com/office/powerpoint/2010/main" val="138566263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2026-08-02T19:28:45.6500000Z</dcterms:created>
  <dcterms:modified xsi:type="dcterms:W3CDTF">2026-08-02T19:28:45.6500000Z</dcterms:modified>
</coreProperties>
</file>