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ed55b4e754bf3" /><Relationship Type="http://schemas.openxmlformats.org/officeDocument/2006/relationships/extended-properties" Target="/docProps/app.xml" Id="Rd6f86e4ed6514a6a" /><Relationship Type="http://schemas.openxmlformats.org/officeDocument/2006/relationships/officeDocument" Target="/ppt/presentation.xml" Id="Ra2d98c3d8f5346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f3e516feb4dfc"/>
  </p:sldMasterIdLst>
  <p:notesMasterIdLst>
    <p:notesMasterId xmlns:r="http://schemas.openxmlformats.org/officeDocument/2006/relationships" r:id="R71434858e4534035"/>
  </p:notesMasterIdLst>
  <p:sldIdLst>
    <p:sldId xmlns:r="http://schemas.openxmlformats.org/officeDocument/2006/relationships" id="256" r:id="R77f62fdbbc1a46f2"/>
    <p:sldId xmlns:r="http://schemas.openxmlformats.org/officeDocument/2006/relationships" id="257" r:id="R7423c4e27f6e4df3"/>
    <p:sldId xmlns:r="http://schemas.openxmlformats.org/officeDocument/2006/relationships" id="258" r:id="Re0a73092d0a8454f"/>
    <p:sldId xmlns:r="http://schemas.openxmlformats.org/officeDocument/2006/relationships" id="259" r:id="Rd5d01d7e00bd43bb"/>
    <p:sldId xmlns:r="http://schemas.openxmlformats.org/officeDocument/2006/relationships" id="260" r:id="R1c5b222f535e46d6"/>
    <p:sldId xmlns:r="http://schemas.openxmlformats.org/officeDocument/2006/relationships" id="261" r:id="R4ca58d41dc1e4300"/>
    <p:sldId xmlns:r="http://schemas.openxmlformats.org/officeDocument/2006/relationships" id="262" r:id="R894df5a5044c45b6"/>
    <p:sldId xmlns:r="http://schemas.openxmlformats.org/officeDocument/2006/relationships" id="263" r:id="R837fcd857eb94985"/>
    <p:sldId xmlns:r="http://schemas.openxmlformats.org/officeDocument/2006/relationships" id="264" r:id="R8d5ae358944e47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69146ad2484f3d" /><Relationship Type="http://schemas.openxmlformats.org/officeDocument/2006/relationships/slideMaster" Target="/ppt/slideMasters/slideMaster1.xml" Id="R6c1f3e516feb4dfc" /><Relationship Type="http://schemas.openxmlformats.org/officeDocument/2006/relationships/notesMaster" Target="/ppt/notesMasters/notesMaster1.xml" Id="R71434858e4534035" /><Relationship Type="http://schemas.openxmlformats.org/officeDocument/2006/relationships/presProps" Target="/ppt/presProps.xml" Id="R125d7d56cfba4504" /><Relationship Type="http://schemas.openxmlformats.org/officeDocument/2006/relationships/tableStyles" Target="/ppt/tableStyles.xml" Id="Rd9e13e3f28c74fa1" /><Relationship Type="http://schemas.openxmlformats.org/officeDocument/2006/relationships/slide" Target="/ppt/slides/slide1.xml" Id="R77f62fdbbc1a46f2" /><Relationship Type="http://schemas.openxmlformats.org/officeDocument/2006/relationships/slide" Target="/ppt/slides/slide2.xml" Id="R7423c4e27f6e4df3" /><Relationship Type="http://schemas.openxmlformats.org/officeDocument/2006/relationships/slide" Target="/ppt/slides/slide3.xml" Id="Re0a73092d0a8454f" /><Relationship Type="http://schemas.openxmlformats.org/officeDocument/2006/relationships/slide" Target="/ppt/slides/slide4.xml" Id="Rd5d01d7e00bd43bb" /><Relationship Type="http://schemas.openxmlformats.org/officeDocument/2006/relationships/slide" Target="/ppt/slides/slide5.xml" Id="R1c5b222f535e46d6" /><Relationship Type="http://schemas.openxmlformats.org/officeDocument/2006/relationships/slide" Target="/ppt/slides/slide6.xml" Id="R4ca58d41dc1e4300" /><Relationship Type="http://schemas.openxmlformats.org/officeDocument/2006/relationships/slide" Target="/ppt/slides/slide7.xml" Id="R894df5a5044c45b6" /><Relationship Type="http://schemas.openxmlformats.org/officeDocument/2006/relationships/slide" Target="/ppt/slides/slide8.xml" Id="R837fcd857eb94985" /><Relationship Type="http://schemas.openxmlformats.org/officeDocument/2006/relationships/slide" Target="/ppt/slides/slide9.xml" Id="R8d5ae358944e47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47057d8ae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61c9fb8dd4754" /><Relationship Type="http://schemas.openxmlformats.org/officeDocument/2006/relationships/notesMaster" Target="/ppt/notesMasters/notesMaster1.xml" Id="R1eb4f64df45446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753e5ac40c4734" /><Relationship Type="http://schemas.openxmlformats.org/officeDocument/2006/relationships/notesMaster" Target="/ppt/notesMasters/notesMaster1.xml" Id="R5a947cc1ee9c4d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7c55fea9694754" /><Relationship Type="http://schemas.openxmlformats.org/officeDocument/2006/relationships/notesMaster" Target="/ppt/notesMasters/notesMaster1.xml" Id="R6c57a5482e6941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80c07789a14f5b" /><Relationship Type="http://schemas.openxmlformats.org/officeDocument/2006/relationships/notesMaster" Target="/ppt/notesMasters/notesMaster1.xml" Id="R5b277af8c20545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2f6d813e854730" /><Relationship Type="http://schemas.openxmlformats.org/officeDocument/2006/relationships/notesMaster" Target="/ppt/notesMasters/notesMaster1.xml" Id="R9db28e07384043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b6c838d3fb4e32" /><Relationship Type="http://schemas.openxmlformats.org/officeDocument/2006/relationships/notesMaster" Target="/ppt/notesMasters/notesMaster1.xml" Id="R840c86b93fc04b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6003dc1e874bde" /><Relationship Type="http://schemas.openxmlformats.org/officeDocument/2006/relationships/notesMaster" Target="/ppt/notesMasters/notesMaster1.xml" Id="Rbd6abef8255d4b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a81a00c8dc46fd" /><Relationship Type="http://schemas.openxmlformats.org/officeDocument/2006/relationships/notesMaster" Target="/ppt/notesMasters/notesMaster1.xml" Id="R8b2fd2aaedf44d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e39fca38a647f1" /><Relationship Type="http://schemas.openxmlformats.org/officeDocument/2006/relationships/notesMaster" Target="/ppt/notesMasters/notesMaster1.xml" Id="R77e48711862340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docs/BUILD_STATUS.md</a:t>
            </a:r>
          </a:p>
          <a:p xmlns:a="http://schemas.openxmlformats.org/drawingml/2006/main">
            <a:r>
              <a:t>- https://www.gcp-solana-ai-agentic-hacks-kr.xyz/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docs/SUBMISSION_DECK.md</a:t>
            </a:r>
          </a:p>
          <a:p xmlns:a="http://schemas.openxmlformats.org/drawingml/2006/main">
            <a:r>
              <a:t>- Repository: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AGENTS.md</a:t>
            </a:r>
          </a:p>
          <a:p xmlns:a="http://schemas.openxmlformats.org/drawingml/2006/main">
            <a:r>
              <a:t>- Repository: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https://docs.x402.org/core-concepts/client-server</a:t>
            </a:r>
          </a:p>
          <a:p xmlns:a="http://schemas.openxmlformats.org/drawingml/2006/main">
            <a:r>
              <a:t>- https://docs.x402.org/core-concepts/facilitator</a:t>
            </a:r>
          </a:p>
          <a:p xmlns:a="http://schemas.openxmlformats.org/drawingml/2006/main">
            <a:r>
              <a:t>- https://docs.x402.org/extensions/payment-identifier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https://cloud.google.com/run/docs/ai-agents</a:t>
            </a:r>
          </a:p>
          <a:p xmlns:a="http://schemas.openxmlformats.org/drawingml/2006/main">
            <a:r>
              <a:t>- https://cloud.google.com/secret-manager/docs/best-practices</a:t>
            </a:r>
          </a:p>
          <a:p xmlns:a="http://schemas.openxmlformats.org/drawingml/2006/main">
            <a:r>
              <a:t>- https://firebase.google.com/docs/firestore/manage-data/transactions</a:t>
            </a:r>
          </a:p>
          <a:p xmlns:a="http://schemas.openxmlformats.org/drawingml/2006/main">
            <a:r>
              <a:t>- Repository: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https://ai.google.dev/gemini-api/docs/models</a:t>
            </a:r>
          </a:p>
          <a:p xmlns:a="http://schemas.openxmlformats.org/drawingml/2006/main">
            <a:r>
              <a:t>- https://a2a-protocol.org/latest/specification/</a:t>
            </a:r>
          </a:p>
          <a:p xmlns:a="http://schemas.openxmlformats.org/drawingml/2006/main">
            <a:r>
              <a:t>- Repository: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.agents/skills/ship-agentic-commerce-finalist/references/payment-evidence-v2.md</a:t>
            </a:r>
          </a:p>
          <a:p xmlns:a="http://schemas.openxmlformats.org/drawingml/2006/main">
            <a:r>
              <a:t>- https://docs.x402.org/extensions/offer-receipt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AGENTS.md</a:t>
            </a:r>
          </a:p>
          <a:p xmlns:a="http://schemas.openxmlformats.org/drawingml/2006/main">
            <a:r>
              <a:t>- Repository: tests/domain-policy.test.ts</a:t>
            </a:r>
          </a:p>
          <a:p xmlns:a="http://schemas.openxmlformats.org/drawingml/2006/main">
            <a:r>
              <a:t>- Repository: tests/services-integration.test.ts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</a:t>
            </a:r>
          </a:p>
          <a:p xmlns:a="http://schemas.openxmlformats.org/drawingml/2006/main">
            <a:r>
              <a:t>- Repository: docs/BUILD_STATUS.md</a:t>
            </a:r>
          </a:p>
          <a:p xmlns:a="http://schemas.openxmlformats.org/drawingml/2006/main">
            <a:r>
              <a:t>- Repository: docs/DEMO_SCRIPT.md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5829d2cf046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fcb312a3b4018" /><Relationship Type="http://schemas.openxmlformats.org/officeDocument/2006/relationships/slideLayout" Target="/ppt/slideLayouts/slideLayout1.xml" Id="R572e26e82af04e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e26e82af04e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05f40e01f44f5" /><Relationship Type="http://schemas.openxmlformats.org/officeDocument/2006/relationships/notesSlide" Target="/ppt/notesSlides/notesSlide1.xml" Id="R1fac6320dd87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b5fbb9c754094" /><Relationship Type="http://schemas.openxmlformats.org/officeDocument/2006/relationships/notesSlide" Target="/ppt/notesSlides/notesSlide2.xml" Id="Rb85f4d68d2e446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a0b708c074aef" /><Relationship Type="http://schemas.openxmlformats.org/officeDocument/2006/relationships/notesSlide" Target="/ppt/notesSlides/notesSlide3.xml" Id="R001fc93f90ad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25d9a60234783" /><Relationship Type="http://schemas.openxmlformats.org/officeDocument/2006/relationships/notesSlide" Target="/ppt/notesSlides/notesSlide4.xml" Id="Rec4e6f06b3ed4e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4c740b9f944f5" /><Relationship Type="http://schemas.openxmlformats.org/officeDocument/2006/relationships/notesSlide" Target="/ppt/notesSlides/notesSlide5.xml" Id="R9b9a618852004a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5601ddb5e4a01" /><Relationship Type="http://schemas.openxmlformats.org/officeDocument/2006/relationships/notesSlide" Target="/ppt/notesSlides/notesSlide6.xml" Id="R3948c8fed274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bbc86ecec45a4" /><Relationship Type="http://schemas.openxmlformats.org/officeDocument/2006/relationships/notesSlide" Target="/ppt/notesSlides/notesSlide7.xml" Id="Rd86b67d4418146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7777c402b4dae" /><Relationship Type="http://schemas.openxmlformats.org/officeDocument/2006/relationships/notesSlide" Target="/ppt/notesSlides/notesSlide8.xml" Id="R3a0b085fbfd34b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98ffb10c84df6" /><Relationship Type="http://schemas.openxmlformats.org/officeDocument/2006/relationships/notesSlide" Target="/ppt/notesSlides/notesSlide9.xml" Id="R38dee9ebd2fa4d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B19AB-2229-437A-BE4B-C6389BC0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76200" cy="485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9D8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0175F-21E7-475E-A111-7DD329A4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810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UPTIME402</a:t>
            </a:r>
          </a:p>
        </p:txBody>
      </p:sp>
      <p:sp>
        <p:nvSpPr>
          <p:cNvPr id="3" name="hero-title">
            <a:extLst xmlns:a="http://schemas.openxmlformats.org/drawingml/2006/main">
              <a:ext uri="{FF2B5EF4-FFF2-40B4-BE49-F238E27FC236}">
                <a16:creationId xmlns:a16="http://schemas.microsoft.com/office/drawing/2014/main" id="{15687B4F-8D99-4F00-8651-B6F9E3F4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An outage does not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wait for procurement.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D59AC-D87D-4F60-A984-429FA44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AI SRE가 복구 리소스를 발견하고, 제한 안에서 지불하고, 실제 회복을 증명합니다.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35D47-C2CA-4207-9CFD-3DEC5CAB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Gemini  ·  A2A  ·  x402  ·  Solana Devnet USDC  ·  Cloud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DE913-9CF8-45DC-A2F2-C80AD9B0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912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30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3391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25CF4-CC33-4F7A-BA0F-44F81AA2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8D779-20C9-4131-B762-0E49A5DA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THE PROCUREMENT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038A3-8348-496B-AAE9-4FCAB7D3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C866B-A29F-4B9F-9F9E-F5395FB7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UPTIME402  /  GOOGLE CLOUD × SOLANA AI AGENTIC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D0386-33D1-464A-83D6-C416504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EVIDENCE-FIRST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2DB9D-E1F8-4CE0-B990-F5D36AF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구매 대기 시간은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그대로 장애 시간이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91D3B-FBD6-46F5-81C1-8B86A8B8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복구에 필요한 routing·capacity·diagnostics는 지금 필요하지만, 기존 흐름은 사람이 시스템 사이를 옮겨 다닙니다.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94FD0-5378-44DD-89CB-9F9D0F74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C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C729C-9E14-4327-8020-88F340E7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1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0A533-A327-4D39-A58F-B5FBE13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049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627D7-2748-490C-B4EA-093C091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85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진단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D6D84-5E17-4619-9986-DCE7E601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04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무엇이 깨졌는가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EAA64-A667-47E1-B027-C722B737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14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EC2C0-CA65-4384-8CF2-1DD99CD7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DCA9E-7E92-47C6-A52A-E140D57C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공급자 탐색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514AA-048E-4639-9A92-B39BE43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누가 즉시 복구할 수 있는가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09484-7966-49E2-B874-322B818C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5"/>
          </a:solidFill>
          <a:ln xmlns:a="http://schemas.openxmlformats.org/drawingml/2006/main" w="0">
            <a:solidFill>
              <a:srgbClr val="FF5C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EB7D3-5D4D-4A86-A351-2A3BC33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FEB57-C461-4918-A0F2-37B938EE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rPr>
              <a:t>승인·결제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B3859-2FFF-4843-A5A2-6D7C5918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누가 지금 돈을 승인하는가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E1F2C-FAF4-4F2B-9608-71A6B2E1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87880-68F9-4CE7-A048-1FCBC604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C19E-9426-4D3A-9CD8-45D34E1B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프로비저닝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46462-40BB-415C-8971-4FEACE61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05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결제가 실제 회복으로 이어졌는가</a:t>
            </a:r>
          </a:p>
        </p:txBody>
      </p:sp>
    </p:spTree>
    <p:extLst>
      <p:ext uri="{BB962C8B-B14F-4D97-AF65-F5344CB8AC3E}">
        <p14:creationId xmlns:p14="http://schemas.microsoft.com/office/powerpoint/2010/main" val="990083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930E3-A98E-4479-965F-E3E2E24B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81E83-1397-49AE-A3C8-2C82577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AUTONOMOUS WITHIN A MANDATE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542C4-FA3A-4E61-935E-22ACB19F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15EDD-CF66-4959-8FC0-3F101C22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UPTIME402  /  GOOGLE CLOUD × SOLANA AI AGENTIC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4EB00-C227-4783-B129-D3A6EA20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EVIDENCE-FIRST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F0724-1216-4CB9-BA06-2B8B460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638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사람이 정하는 것은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건별 결제가 아니라 경계입니다.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9094D-76F1-4ABE-A76A-75D0F837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7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7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98386-66DB-4B72-AC1D-CB5FD06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194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payment approval clicks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after incident 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D1353-8FCC-4EAC-9AED-BB09FDA7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47750"/>
            <a:ext cx="0" cy="45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0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4D042-050E-4A30-A47D-B3D9727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162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INCIDENT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A50FE-6AAB-400D-8ED6-A368084C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097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0.05 USDC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68FBA-B940-474C-AAED-A91EBBE9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2E3C6-5C63-4FBA-A534-783814B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PER TRANSACTION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D9C4B-D921-4C26-B232-3E5F5168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0.02 USDC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4F530-B032-48A9-83AF-EF14EF22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68453-9A15-4E08-97C2-48E81893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TIME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EE604-6AE5-4759-9FE9-8F403FC9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10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F7E14-044B-46C8-9FAA-B813546B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004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4F56E-705A-456F-8729-3B1CE4F6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ASSET / 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31D35-F21C-430A-8D72-8284339A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USDC / DEVNET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28358-1D36-4DA0-8AC6-3E55E5AD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B154D-3569-4EB7-8867-EC657FE1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91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ALLOWLIST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D02F6-575C-44AC-87DC-BFC4A96C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387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CAPABILITY +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50AB1-F9EB-4227-B03B-C4DC3647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Application-enforced policy + low-balance blast-radius isolation</a:t>
            </a:r>
          </a:p>
        </p:txBody>
      </p:sp>
    </p:spTree>
    <p:extLst>
      <p:ext uri="{BB962C8B-B14F-4D97-AF65-F5344CB8AC3E}">
        <p14:creationId xmlns:p14="http://schemas.microsoft.com/office/powerpoint/2010/main" val="32285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40CE19-3CFC-4F68-806F-9A7F6C94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81A0C-1B52-4606-A97D-B1432C9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STANDARD X402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2C4F6-8B90-453C-8BD7-E934F71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5C272-4F43-475A-ABA3-D861B26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UPTIME402  /  GOOGLE CLOUD × SOLANA AI AGENTIC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C368B-FBD0-4EF8-9E72-1EE15B64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EVIDENCE-FIRST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BE784-7C00-49D5-B4C9-441AFA7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먼저 송금하고 proof를 붙이는 흐름이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EB0F1-B327-48BB-A568-74F7F26C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402가 가격을 제시하고, client가 같은 요청에 자동 서명 payload를 붙여 재시도합니다.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9D093-3306-4DC0-96F7-919E730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939A0-FDE9-4882-87BC-C89818AC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623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2DCFD-3C00-4E76-BC6A-968DDF7B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CD2E4-7E36-42A3-97B9-16218DB7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AC505-B032-4F26-AC47-F0C45F3C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E25AB-0320-41FD-BEBF-12191214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CA4B7-E8E3-40B8-824E-0006E46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623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FC33F-6D43-4733-B63D-76144FCF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F6295-DF73-40BE-AE5F-8249721B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BBC84-EF55-469D-A8A3-8E6B40ED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5"/>
          </a:solidFill>
          <a:ln xmlns:a="http://schemas.openxmlformats.org/drawingml/2006/main" w="0">
            <a:solidFill>
              <a:srgbClr val="FF5C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89375-603A-4CA1-B26E-6DB0675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rPr>
              <a:t>402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3A1BC-CD14-4B46-83DB-439B8240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5B"/>
          </a:solidFill>
          <a:ln xmlns:a="http://schemas.openxmlformats.org/drawingml/2006/main" w="0">
            <a:solidFill>
              <a:srgbClr val="FFBC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995B6-33ED-4DB6-B5E3-55B8A21B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RESERVE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92EAB-140B-4C17-9376-616B3070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5B"/>
          </a:solidFill>
          <a:ln xmlns:a="http://schemas.openxmlformats.org/drawingml/2006/main" w="0">
            <a:solidFill>
              <a:srgbClr val="FFBC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5D9FC-A33A-4912-B052-8190C2F6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580F2-275C-4BAE-B169-D7EB6A62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60EB0-508E-4194-861C-CFBF34E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PAID RETRY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94B5E-83B8-4F93-8D4E-D1B5573B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95B1B-F008-4FAA-A9A9-74182558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SETTLE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9DE8F-A014-4BE2-8F54-0B6856DF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E6A6"/>
          </a:solidFill>
          <a:ln xmlns:a="http://schemas.openxmlformats.org/drawingml/2006/main" w="0">
            <a:solidFill>
              <a:srgbClr val="46E6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CA8DF-CECA-40BA-9C83-2058964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200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1AEB0-136E-458D-ACA2-CA12E790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E6A6"/>
          </a:solidFill>
          <a:ln xmlns:a="http://schemas.openxmlformats.org/drawingml/2006/main" w="0">
            <a:solidFill>
              <a:srgbClr val="46E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D6325-5572-46CA-99AB-746C77A5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67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RECOVERY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0D875B-DF74-45A4-B1F8-5BCFC9CA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rPr>
              <a:t>PAYMENT-REQUIRED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E686C-507F-4A22-A24D-1AE0101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PAYMENT-SIGNATURE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CE8F46-47D6-475F-8044-B4D0348C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91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PAYMENT-RESPONSE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EDE73C-F164-4CF1-9455-9C32C291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911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executor: signs, never broadcasts first</a:t>
            </a:r>
          </a:p>
        </p:txBody>
      </p:sp>
    </p:spTree>
    <p:extLst>
      <p:ext uri="{BB962C8B-B14F-4D97-AF65-F5344CB8AC3E}">
        <p14:creationId xmlns:p14="http://schemas.microsoft.com/office/powerpoint/2010/main" val="362816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A1CA8-7BB6-45E0-AD13-63F0774C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63A18-1584-40E4-84E5-9F1B98D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THREE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FC425-55AF-4284-A5A1-F63E87B0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BDB5-7123-43F6-8B1D-06046B0C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UPTIME402  /  GOOGLE CLOUD × SOLANA AI AGENTIC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CECC5-9618-4246-BD49-9BE81F9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EVIDENCE-FIRST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C2BAC-6744-4B9C-9524-A3ED9F10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모델은 signer를 볼 수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B6518-5C12-4BE2-8EDB-443D12D1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각 서비스는 다른 identity와 responsibility를 가집니다.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4CF8C-17F0-470D-B4D6-FEADE9EF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F042C-093D-4A91-ADF5-AE96EFE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B50E-386E-4312-AB4B-F537D2C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0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C378A-8318-4EEF-B140-C4B786AF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8575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39D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3E7DC-3E23-4E0F-9590-13026D4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CONTROL PLANE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740CB-95B6-40A3-B747-9BB545ED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31DAA-2FB9-4F97-A590-60FABC49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Incident orchestration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Gemini + A2A buyer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Receipt verification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No wallet signer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BC687-425D-427D-BD61-6AACC52D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28575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FFBC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FCAD6-898A-4759-ABA7-58E2BDE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PAYMENT EXECUTOR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4424A-092C-4CE6-B0D8-27EAFE6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17DA7-8CDF-4B57-8478-DDDFA06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Private IAM audience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Authoritative reload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Atomic reserve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x402 payload signer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A51F7-4AD7-4352-AC97-86923B62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8575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46E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C7FB9-B3DA-4FB2-8068-1FE1573C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VENDOR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AE800-ACDD-4B08-A866-2CBAE71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37D18-3512-4E68-B0B6-15E7D41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228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Agent Card + 2 offers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402 challenge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Verify + settle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Signed fulfillment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D04B7-369B-4B0F-87BA-2396A3AD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FEDB5-6B9F-4C45-928F-16F3BD96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FIRESTORE · SHARED ATOMIC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109CC-9DCA-4120-8D64-4D4B06A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executor signer secret → executor identity only</a:t>
            </a:r>
          </a:p>
        </p:txBody>
      </p:sp>
    </p:spTree>
    <p:extLst>
      <p:ext uri="{BB962C8B-B14F-4D97-AF65-F5344CB8AC3E}">
        <p14:creationId xmlns:p14="http://schemas.microsoft.com/office/powerpoint/2010/main" val="336481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4550C-8244-4136-86D7-91CE859D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C833B-207B-420B-B557-2F66F9F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GEMINI IS MATERIAL — NOT THE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A11A8-975F-464C-8B8D-452A1F7B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DBD82-8A62-4336-93FA-E9BEC8BB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UPTIME402  /  GOOGLE CLOUD × SOLANA AI AGENTIC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F0E64-FF52-479E-8043-0A630015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EVIDENCE-FIRST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8F7CE-D70F-4110-A62E-5822DDF6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AI는 ‘무엇을 살지’를 고르고,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코드는 ‘살 수 있는지’를 결정합니다.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EF092-28E6-49F7-B5AA-1704FA61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956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F5F8D-D3A3-41E8-8669-C09D4F0E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0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9D2D6-EC14-405C-BCCE-181F446F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158115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30AAA-EBC8-416B-A4F1-A6EC877A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15811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B3250-79C4-4CF7-B426-010EA0A6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2C920-78DF-4B46-B9FB-BF2A14A0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1800ms latency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45% 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7401A-3DC4-4FAF-85A6-F0590F0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COUNTERFACTUAL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FF511-F497-4AB1-A21A-D3498574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12000ms latency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100% failure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BA94F-C55D-45AF-AF9B-B91E6F3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31242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39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A8D0B-6F5A-4E14-A3CE-88283E6C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GEMINI STRICT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63C79-0A6A-4A76-AFA1-32EDCA11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2362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diagnosis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requiredCapability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selectedOfferId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rationale +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AE69A-47C7-47BD-BCC3-465A539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RPC STANDARD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46F47-C691-4F4F-B5FF-382C7D9B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RPC EMERGENCY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418A3-6C81-40F4-B07E-A154E01C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amount · recipient · mint · network · budget math · raw signature = deterministic code</a:t>
            </a:r>
          </a:p>
        </p:txBody>
      </p:sp>
    </p:spTree>
    <p:extLst>
      <p:ext uri="{BB962C8B-B14F-4D97-AF65-F5344CB8AC3E}">
        <p14:creationId xmlns:p14="http://schemas.microsoft.com/office/powerpoint/2010/main" val="1045849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AA679-EBB3-4648-9A3E-675AE70B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4941E-BEFC-458F-822C-7B94AB08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EVIDENCE IS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93B86-D16F-43C6-986E-B56453D6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AA98B-1E77-4DDA-8B7D-5CE6A606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UPTIME402  /  GOOGLE CLOUD × SOLANA AI AGENTIC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2A096-AC44-4AD7-9628-E2F0F952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EVIDENCE-FIRST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C98EF-329F-4635-8BF2-78895A0B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38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결제 성공보다 중요한 것은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복구까지 한 줄로 증명하는 일입니다.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60B72-F2BD-4B73-A0F5-7C7DD3CF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19350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9D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6D410-92C1-4EB5-9BE9-1F64A43F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05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5F774-9126-4967-98F4-A71EA30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1547D-A3EA-46B9-9744-07BFAA13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Gemini 2.5 Flash · strict 2-offer 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AE194-811D-43B1-A682-DDACE274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38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96A64-7356-4196-8BA3-95499AE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A2A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F09AD-0323-4D52-ACF2-3E377445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Agent Card · 2 signed offers · A2A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E4C90-1401-4950-86BB-2DD4EE6E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571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5B"/>
          </a:solidFill>
          <a:ln xmlns:a="http://schemas.openxmlformats.org/drawingml/2006/main" w="0">
            <a:solidFill>
              <a:srgbClr val="FFBC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15BF3-BFE2-4B51-88EA-840823FE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163CC-EA84-46D9-BF50-7718E7CF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0.015 USDC · budget 50000 → 35000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49014-FD02-4FD4-9056-E561669A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8FF"/>
          </a:solidFill>
          <a:ln xmlns:a="http://schemas.openxmlformats.org/drawingml/2006/main" w="0">
            <a:solidFill>
              <a:srgbClr val="39D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F8398-C7C9-48CC-A9DA-6CAE152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81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x402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F6B25-16B0-4FB3-A889-73C8590D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402 → signed retry → settled 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ED76F-9A21-45A1-85C0-F87E3CD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E6A6"/>
          </a:solidFill>
          <a:ln xmlns:a="http://schemas.openxmlformats.org/drawingml/2006/main" w="0">
            <a:solidFill>
              <a:srgbClr val="46E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7988C-6107-4A55-AAA7-757491A4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SOLANA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01249-D8F7-4454-B289-BC0660E0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958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payer -15000 · payee +15000 USDC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AF576-9C19-4B0E-A862-E801E6A8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72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E6A6"/>
          </a:solidFill>
          <a:ln xmlns:a="http://schemas.openxmlformats.org/drawingml/2006/main" w="0">
            <a:solidFill>
              <a:srgbClr val="46E6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0C0C9-E6AA-43A6-8767-473F281A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48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0C36E-5184-4025-8192-1B7E5E73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292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4P7Y…KtmZ · slot 480903755 · healthy 9.340s</a:t>
            </a:r>
          </a:p>
        </p:txBody>
      </p:sp>
    </p:spTree>
    <p:extLst>
      <p:ext uri="{BB962C8B-B14F-4D97-AF65-F5344CB8AC3E}">
        <p14:creationId xmlns:p14="http://schemas.microsoft.com/office/powerpoint/2010/main" val="2085420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41EAA2-6F4E-42A4-B504-586D40A5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5FD27-C37A-43AF-BBFD-33ECF3D5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FAIL CLOSED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61E07-D0B1-466B-80B5-66AE60E2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6746D-F417-412C-BFAC-0A980842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UPTIME402  /  GOOGLE CLOUD × SOLANA AI AGENTIC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31EC-F995-40D0-AEC3-C2623D36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72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EVIDENCE-FIRST 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1F3E7-30BB-46F3-B480-43D7CAF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두 거절 모두 signer 전에 끝났습니다.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FBDC9-5811-4138-8B79-54503D2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8FA8BA"/>
                </a:solidFill>
                <a:latin typeface="Arial Unicode MS"/>
                <a:ea typeface="Arial Unicode MS"/>
                <a:cs typeface="Arial Unicode MS"/>
              </a:rPr>
              <a:t>transactionCreated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6C781-ADF0-481E-8F9A-A02360A0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8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rPr>
              <a:t>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3AEDF-50B3-404C-86D9-2CA325D7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txSignature  =  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EF539-12A4-4E05-937D-C8971D09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0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04B72-44D2-4FA8-8380-0C449A7C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14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rPr>
              <a:t>amount.per_transaction_limit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AF4DB-0395-439C-AB12-04C881C4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95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25000 &gt; 20000 · false / null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BA8D9-E475-4518-99D8-6C57A819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44518-5D3B-42B9-A25F-F7E7CAB3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5C75"/>
                </a:solidFill>
                <a:latin typeface="Arial Unicode MS"/>
                <a:ea typeface="Arial Unicode MS"/>
                <a:cs typeface="Arial Unicode MS"/>
              </a:rPr>
              <a:t>identifier.nonce_fresh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BC4D9-46F0-48CC-8890-5AA08B7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81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same nonce · fresh payment + idem 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61F99-6FE5-4644-B3B6-26E8E337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FAFE0-4E9F-428B-AA15-2FE7C8A4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TWO INSTANCES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0E807-9744-4421-B51A-7E72E3BD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67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settle and fulfill once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8FDDA-DFE2-4DCD-A1A7-E4564CD4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78464-7A40-46F9-87FC-D1C8894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AMBIGUOUS SUBMIT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4D853-2546-4CDB-9A0B-6484257C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52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unknown → reconciler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A825A-78BD-4308-B288-598EE218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291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869E4-264C-4276-A74F-4DC013A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57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PROMPT / SSRF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BE064-3134-4074-B2A6-A3024E51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38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untrusted text + pinned public origin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F38EC-CE58-440F-BEE6-28C45B7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149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0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95711-1102-465D-98A4-A4BEE46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Mainnet disabled  ·  no per-payment wallet popup  ·  no key in browser/model/logs</a:t>
            </a:r>
          </a:p>
        </p:txBody>
      </p:sp>
    </p:spTree>
    <p:extLst>
      <p:ext uri="{BB962C8B-B14F-4D97-AF65-F5344CB8AC3E}">
        <p14:creationId xmlns:p14="http://schemas.microsoft.com/office/powerpoint/2010/main" val="2042371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3F78B-972A-4032-8E6F-CDA82DB2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UPTIME402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4AD3C-D36B-47BC-8475-7BD0983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Detect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741FC-091E-4974-962C-1C5CA8FE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383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4090-391F-4CA2-8911-D7104A32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39D8FF"/>
                </a:solidFill>
                <a:latin typeface="Arial Unicode MS"/>
                <a:ea typeface="Arial Unicode MS"/>
                <a:cs typeface="Arial Unicode MS"/>
              </a:rPr>
              <a:t>decide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C25F3-D0D7-4E19-BB92-9E4EA42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EEC4B-A169-491A-BC54-85F620D6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BC5B"/>
                </a:solidFill>
                <a:latin typeface="Arial Unicode MS"/>
                <a:ea typeface="Arial Unicode MS"/>
                <a:cs typeface="Arial Unicode MS"/>
              </a:rPr>
              <a:t>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8D97D-FDC8-4B27-94F6-86DE3E4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38F64-3B2E-4B24-A3C7-951940C6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38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recover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A36FC-2EAE-400A-BFC5-F3EE0EAB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383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74055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2C79A-DDE6-4A56-8F84-4CF62936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660AB-EFEA-4931-A45A-F982110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D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E4F7B-D6F0-4F0F-A134-40071BB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One mandate. Zero approval clicks after trigger.</a:t>
            </a:r>
          </a:p>
          <a:p xmlns:a="http://schemas.openxmlformats.org/drawingml/2006/main">
            <a:pPr algn="ctr">
              <a:buNone/>
              <a:defRPr sz="28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F4F9FC"/>
                </a:solidFill>
                <a:latin typeface="Arial Unicode MS"/>
                <a:ea typeface="Arial Unicode MS"/>
                <a:cs typeface="Arial Unicode MS"/>
              </a:rPr>
              <a:t>One verifiable recovery timeline.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FCDB9-1271-459F-AE24-BC392007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245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6E6A6"/>
                </a:solidFill>
                <a:latin typeface="Arial Unicode MS"/>
                <a:ea typeface="Arial Unicode MS"/>
                <a:cs typeface="Arial Unicode MS"/>
              </a:rPr>
              <a:t>An outage does not wait for procurement.</a:t>
            </a:r>
          </a:p>
        </p:txBody>
      </p:sp>
    </p:spTree>
    <p:extLst>
      <p:ext uri="{BB962C8B-B14F-4D97-AF65-F5344CB8AC3E}">
        <p14:creationId xmlns:p14="http://schemas.microsoft.com/office/powerpoint/2010/main" val="1385662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2026-08-03T12:01:21.3200000Z</dcterms:created>
  <dcterms:modified xsi:type="dcterms:W3CDTF">2026-08-03T12:01:21.3200000Z</dcterms:modified>
</coreProperties>
</file>